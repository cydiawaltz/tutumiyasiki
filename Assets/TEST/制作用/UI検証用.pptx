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57" r:id="rId4"/>
    <p:sldId id="258" r:id="rId5"/>
    <p:sldId id="263" r:id="rId6"/>
    <p:sldId id="264" r:id="rId7"/>
    <p:sldId id="261" r:id="rId8"/>
    <p:sldId id="260" r:id="rId9"/>
    <p:sldId id="262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3" r:id="rId18"/>
    <p:sldId id="272" r:id="rId19"/>
    <p:sldId id="27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9AB"/>
    <a:srgbClr val="2A2A2A"/>
    <a:srgbClr val="C8C9C1"/>
    <a:srgbClr val="363636"/>
    <a:srgbClr val="4D4435"/>
    <a:srgbClr val="302717"/>
    <a:srgbClr val="BFCEE3"/>
    <a:srgbClr val="6D7891"/>
    <a:srgbClr val="2A2E3D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94"/>
  </p:normalViewPr>
  <p:slideViewPr>
    <p:cSldViewPr snapToGrid="0">
      <p:cViewPr varScale="1">
        <p:scale>
          <a:sx n="83" d="100"/>
          <a:sy n="83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BD1DD-39C5-3A45-8A29-CA073F0D36BE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2A55A-EF40-2642-913E-5CB5267B0D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61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628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82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93F0-D131-53B0-43D5-2DFF9A48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D5F63D8-F4A7-FF7F-A5D8-75D45F54C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7ED3FA-D483-4170-6572-653D72AE5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06FE7A-B6C6-99A4-47CB-D4AF42758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518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915C-912B-40AB-4EE3-59C00DE9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83F90D-2119-9C1A-827E-E1E362AF2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863103-B86C-C9BE-0320-04775545C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5E0516-6EC1-239D-4823-D5899B13D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366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A141-F8BC-2399-FE92-F26400A0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680B25A-83CD-CE48-E06F-926DB5CB1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85DD47-1F24-DCD9-6A45-18A52E37F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901108-D784-5C24-D729-467039DDB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550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B1AD-BEFA-3D3C-6785-CD0AB346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40822A-F018-BCD7-C05F-0D75182B4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367E75-39DE-B80B-9D0D-38BB72EE2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51604C-6396-03A2-E7CE-9517F901E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2A55A-EF40-2642-913E-5CB5267B0D35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341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FF87D-E3EE-6535-BDB9-03DA38FC0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64F9E4-9BE1-3E7F-788C-D7709475F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242D97-2535-8591-94BF-D9FACB13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D337F4-DC05-A8A8-63EF-CEF497EA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F20467-697C-0358-C5D0-2721084D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87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F3ABD-BAC1-7CAC-6117-56161111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6AFAFE-6016-F8A2-7F2C-47692B7AA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31FC8-6D7F-0385-A8D7-DFE36E82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CEDBDC-B68B-AABF-A859-2FC4AA9A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388F57-7C74-7021-3A6D-F73C661C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07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36738-1CD4-136B-D0BB-C229186F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307419-4E6D-BD97-192E-FB9584CA9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6B0F44-E845-8BAA-3CCE-E23B0C98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18DAB7-E8A6-4AA8-0E25-824CE42B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8A1963-B156-321A-8CEC-81A47A12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83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30459-75A5-BC3E-B43F-A3D41042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FFA47-93D7-89FB-E161-C2478896B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CA8BAE-921F-6E64-DD0C-6E2162727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E42A32-240F-0B03-38BF-C8D034F0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C7B3F7-A7D8-6EA4-A3A3-CAC6DAB8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ABD2F9-B8F9-5CC3-7522-A4BC1F56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D19D6-1957-D1FA-E7FA-BA3EC27E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6958F1-6865-FD3C-F810-841DE8C28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0E4A34-8D7C-B015-3873-853FD93EB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7640C24-B1BD-59E0-FDD6-50D6C71AC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69F3984-2DC7-B0C3-758D-8D13A30AC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A73A300-8315-9677-BE52-1503B94A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63F070-306E-D486-FF1F-107874BE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9497D6-0315-B4DD-2960-EDADD47A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29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CABE1B-2CDF-69F1-B4A3-BB1CD029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EFCAD8-B6B3-88E5-CA55-B70F8EC3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82A5A6-AF87-A0FC-884A-4C358A7B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771F8B-C04A-1F12-6CC4-7004E7C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582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8059CC1-3D68-DF03-2C02-6ABC9646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B396BA-0954-F871-C26D-660CC040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736885-F637-A248-AE53-FBFAC9A4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80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3C69E-11ED-BA83-9A0C-ED843C43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071731-637B-47F7-1FD6-CF5C9FD3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0DEE6CE-2354-2E22-2868-9B0409572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62DF73-40EF-9916-E360-86CF22A5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D585FB-D008-EF60-BCF0-22CA81B6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74993A-514A-8FEB-E8B3-06FEDB4A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270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01942-66A9-57B7-4A27-EB9A3BB1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245195-BDB4-5781-D2BD-DF04320E6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B4DA40-6B46-A380-799F-71E0D9ED8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C8B7F9-7F05-38E1-E79B-C08D0914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315021-9E21-79BB-C367-14A1A54C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7048D6-2300-C3A3-8AFE-49F5E4D0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43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35B856-A2BD-3182-A48E-9703E7B9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2AD862-0673-3B33-FFF1-6F00CB8A7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4AE1B1-A7DC-5377-DDA7-A91C8869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52617B-CEFB-9CB1-7EBA-40EE47FE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4ED499-4351-317E-A0AE-F83558BA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3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D122A02-990A-87AB-D6CA-69B5631E0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E59E7F-34C1-679D-CF0A-1DCD87284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1FD287-CF4E-87E4-4A1F-3F09A284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B305B3-20BD-9674-6EAB-86CAC4FE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9FCD1C-D99E-8403-B312-78A8F56E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49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20707D-6DA3-20D9-C8AC-ADB6881F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9DC604-9F2F-CBBA-58B4-674050B71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5A98C0-D7C8-C1F8-0A46-B3040079B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157BB-4088-A841-81D9-BD38E505791D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F92D27-A9A2-E6CA-AD8A-7B3359254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784C8C-8931-7A68-AFD8-0A2968189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430FA-EBF9-464A-824D-8127CFF5A9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9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9B85957-59FC-13C4-262D-B794B76E8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180"/>
            <a:ext cx="12290348" cy="696835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3C5C33-F139-1750-B156-7A13258981EB}"/>
              </a:ext>
            </a:extLst>
          </p:cNvPr>
          <p:cNvSpPr txBox="1"/>
          <p:nvPr/>
        </p:nvSpPr>
        <p:spPr>
          <a:xfrm>
            <a:off x="1597511" y="7496922"/>
            <a:ext cx="1570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solidFill>
                  <a:srgbClr val="FF0000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時</a:t>
            </a:r>
            <a:r>
              <a:rPr lang="en-US" altLang="ja-JP" dirty="0">
                <a:solidFill>
                  <a:srgbClr val="FF0000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: 19:19.81</a:t>
            </a:r>
            <a:endParaRPr kumimoji="1" lang="ja-JP" altLang="en-US">
              <a:solidFill>
                <a:srgbClr val="FF0000"/>
              </a:solidFill>
              <a:latin typeface="KouzanBrushFontOTF" panose="02000600000000000000" pitchFamily="2" charset="-128"/>
              <a:ea typeface="KouzanBrushFontOTF" panose="02000600000000000000" pitchFamily="2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5F90462-29EE-6600-904D-D908A485DD5E}"/>
              </a:ext>
            </a:extLst>
          </p:cNvPr>
          <p:cNvSpPr txBox="1"/>
          <p:nvPr/>
        </p:nvSpPr>
        <p:spPr>
          <a:xfrm>
            <a:off x="9490038" y="5699580"/>
            <a:ext cx="5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KouzanBrushFontOTF" panose="02000600000000000000" pitchFamily="2" charset="-128"/>
                <a:ea typeface="KouzanBrushFontOTF" panose="02000600000000000000" pitchFamily="2" charset="-128"/>
              </a:rPr>
              <a:t>命</a:t>
            </a:r>
            <a:r>
              <a:rPr kumimoji="1" lang="en-US" altLang="ja-JP" dirty="0">
                <a:latin typeface="KouzanBrushFontOTF" panose="02000600000000000000" pitchFamily="2" charset="-128"/>
                <a:ea typeface="KouzanBrushFontOTF" panose="02000600000000000000" pitchFamily="2" charset="-128"/>
              </a:rPr>
              <a:t>:</a:t>
            </a:r>
            <a:endParaRPr kumimoji="1" lang="ja-JP" altLang="en-US">
              <a:latin typeface="KouzanBrushFontOTF" panose="02000600000000000000" pitchFamily="2" charset="-128"/>
              <a:ea typeface="KouzanBrushFontOTF" panose="02000600000000000000" pitchFamily="2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E855DF4-34D8-7775-48B3-13B7B8DBCC77}"/>
              </a:ext>
            </a:extLst>
          </p:cNvPr>
          <p:cNvSpPr/>
          <p:nvPr/>
        </p:nvSpPr>
        <p:spPr>
          <a:xfrm>
            <a:off x="10069157" y="6196218"/>
            <a:ext cx="172122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204C0E8-1751-C57A-3C3C-3631F8A7CCCD}"/>
              </a:ext>
            </a:extLst>
          </p:cNvPr>
          <p:cNvSpPr txBox="1"/>
          <p:nvPr/>
        </p:nvSpPr>
        <p:spPr>
          <a:xfrm>
            <a:off x="8930376" y="4954278"/>
            <a:ext cx="3359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↓源平討魔伝風に</a:t>
            </a:r>
            <a:endParaRPr kumimoji="1" lang="en-US" altLang="ja-JP" dirty="0"/>
          </a:p>
          <a:p>
            <a:r>
              <a:rPr lang="ja-JP" altLang="en-US"/>
              <a:t>命</a:t>
            </a:r>
            <a:r>
              <a:rPr lang="en-US" altLang="ja-JP" dirty="0"/>
              <a:t>(life):</a:t>
            </a:r>
            <a:r>
              <a:rPr lang="ja-JP" altLang="en-US"/>
              <a:t>蝋燭</a:t>
            </a:r>
            <a:r>
              <a:rPr lang="en-US" altLang="ja-JP" dirty="0"/>
              <a:t>/</a:t>
            </a:r>
            <a:r>
              <a:rPr lang="ja-JP" altLang="en-US"/>
              <a:t>宝</a:t>
            </a:r>
            <a:r>
              <a:rPr lang="en-US" altLang="ja-JP" dirty="0"/>
              <a:t>(item):</a:t>
            </a:r>
            <a:r>
              <a:rPr lang="ja-JP" altLang="en-US"/>
              <a:t>勾玉？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2A05EB5-4673-ABA1-5195-93CEC62A5EE5}"/>
              </a:ext>
            </a:extLst>
          </p:cNvPr>
          <p:cNvSpPr txBox="1"/>
          <p:nvPr/>
        </p:nvSpPr>
        <p:spPr>
          <a:xfrm>
            <a:off x="9490038" y="6121712"/>
            <a:ext cx="57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KouzanBrushFontOTF" panose="02000600000000000000" pitchFamily="2" charset="-128"/>
                <a:ea typeface="KouzanBrushFontOTF" panose="02000600000000000000" pitchFamily="2" charset="-128"/>
              </a:rPr>
              <a:t>宝</a:t>
            </a:r>
            <a:r>
              <a:rPr kumimoji="1" lang="en-US" altLang="ja-JP" dirty="0">
                <a:latin typeface="KouzanBrushFontOTF" panose="02000600000000000000" pitchFamily="2" charset="-128"/>
                <a:ea typeface="KouzanBrushFontOTF" panose="02000600000000000000" pitchFamily="2" charset="-128"/>
              </a:rPr>
              <a:t>:</a:t>
            </a:r>
            <a:endParaRPr kumimoji="1" lang="ja-JP" altLang="en-US">
              <a:latin typeface="KouzanBrushFontOTF" panose="02000600000000000000" pitchFamily="2" charset="-128"/>
              <a:ea typeface="KouzanBrushFontOTF" panose="02000600000000000000" pitchFamily="2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7DC8086-F68C-FA60-8A8C-92D18FD3380A}"/>
              </a:ext>
            </a:extLst>
          </p:cNvPr>
          <p:cNvSpPr/>
          <p:nvPr/>
        </p:nvSpPr>
        <p:spPr>
          <a:xfrm>
            <a:off x="10069157" y="5725980"/>
            <a:ext cx="172122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茜（あかね）和風 / 和時計 懐中時計 腕時計 Crafz 通販｜Creema(クリーマ) 13412040">
            <a:extLst>
              <a:ext uri="{FF2B5EF4-FFF2-40B4-BE49-F238E27FC236}">
                <a16:creationId xmlns:a16="http://schemas.microsoft.com/office/drawing/2014/main" id="{4FB11CC2-DEAA-1B63-AE61-C515CE712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200" b="80400" l="29000" r="65000">
                        <a14:foregroundMark x1="40000" y1="45400" x2="33600" y2="50600"/>
                        <a14:foregroundMark x1="33600" y1="50600" x2="29800" y2="57200"/>
                        <a14:foregroundMark x1="29800" y1="57200" x2="29000" y2="65400"/>
                        <a14:foregroundMark x1="29000" y1="65400" x2="29800" y2="69400"/>
                        <a14:foregroundMark x1="39600" y1="45400" x2="46000" y2="40400"/>
                        <a14:foregroundMark x1="46000" y1="40400" x2="53600" y2="44000"/>
                        <a14:foregroundMark x1="53600" y1="44000" x2="63000" y2="55200"/>
                        <a14:foregroundMark x1="63800" y1="55000" x2="64800" y2="63800"/>
                        <a14:foregroundMark x1="64800" y1="63800" x2="62200" y2="71600"/>
                        <a14:foregroundMark x1="62200" y1="71600" x2="54800" y2="77600"/>
                        <a14:foregroundMark x1="54800" y1="77600" x2="46600" y2="79600"/>
                        <a14:foregroundMark x1="46600" y1="79600" x2="39000" y2="78000"/>
                        <a14:foregroundMark x1="39000" y1="78000" x2="32200" y2="72800"/>
                        <a14:foregroundMark x1="32200" y1="72800" x2="31000" y2="70600"/>
                        <a14:foregroundMark x1="31400" y1="75000" x2="45800" y2="81600"/>
                        <a14:foregroundMark x1="45800" y1="81600" x2="53600" y2="80600"/>
                        <a14:foregroundMark x1="53600" y1="80600" x2="53800" y2="80400"/>
                        <a14:foregroundMark x1="32800" y1="55400" x2="33000" y2="63200"/>
                        <a14:foregroundMark x1="33000" y1="63200" x2="42800" y2="60000"/>
                        <a14:foregroundMark x1="42800" y1="60000" x2="50000" y2="54800"/>
                        <a14:foregroundMark x1="50000" y1="54800" x2="45600" y2="46800"/>
                        <a14:foregroundMark x1="45600" y1="46800" x2="37800" y2="47000"/>
                        <a14:foregroundMark x1="37800" y1="47000" x2="33000" y2="54200"/>
                        <a14:foregroundMark x1="33000" y1="54200" x2="32400" y2="57600"/>
                        <a14:foregroundMark x1="64600" y1="57400" x2="65000" y2="67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86" t="39031" r="33002" b="15801"/>
          <a:stretch/>
        </p:blipFill>
        <p:spPr bwMode="auto">
          <a:xfrm>
            <a:off x="72632" y="4804910"/>
            <a:ext cx="1812628" cy="205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D62C5FF-05F5-E2C1-ADFA-741A32F46A27}"/>
              </a:ext>
            </a:extLst>
          </p:cNvPr>
          <p:cNvCxnSpPr>
            <a:cxnSpLocks/>
          </p:cNvCxnSpPr>
          <p:nvPr/>
        </p:nvCxnSpPr>
        <p:spPr>
          <a:xfrm flipH="1">
            <a:off x="978946" y="5383627"/>
            <a:ext cx="618565" cy="215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三角形 15">
            <a:extLst>
              <a:ext uri="{FF2B5EF4-FFF2-40B4-BE49-F238E27FC236}">
                <a16:creationId xmlns:a16="http://schemas.microsoft.com/office/drawing/2014/main" id="{29D91236-73E7-D95E-40DE-DB051F1CF5CA}"/>
              </a:ext>
            </a:extLst>
          </p:cNvPr>
          <p:cNvSpPr/>
          <p:nvPr/>
        </p:nvSpPr>
        <p:spPr>
          <a:xfrm rot="20362214">
            <a:off x="760851" y="5143961"/>
            <a:ext cx="730806" cy="733891"/>
          </a:xfrm>
          <a:prstGeom prst="triangle">
            <a:avLst>
              <a:gd name="adj" fmla="val 3769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DA22CA-78A8-997B-CEC9-C8852D03E79F}"/>
              </a:ext>
            </a:extLst>
          </p:cNvPr>
          <p:cNvSpPr txBox="1"/>
          <p:nvPr/>
        </p:nvSpPr>
        <p:spPr>
          <a:xfrm>
            <a:off x="719384" y="5739963"/>
            <a:ext cx="40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KouzanBrushFontOTF" panose="02000600000000000000" pitchFamily="2" charset="-128"/>
                <a:ea typeface="KouzanBrushFontOTF" panose="02000600000000000000" pitchFamily="2" charset="-128"/>
              </a:rPr>
              <a:t>時</a:t>
            </a:r>
          </a:p>
        </p:txBody>
      </p:sp>
    </p:spTree>
    <p:extLst>
      <p:ext uri="{BB962C8B-B14F-4D97-AF65-F5344CB8AC3E}">
        <p14:creationId xmlns:p14="http://schemas.microsoft.com/office/powerpoint/2010/main" val="216451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C7B1-131C-3AFD-C7C4-C774DAE0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C7016B6-6C36-E519-34BF-BEF1F82F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" y="0"/>
            <a:ext cx="12290348" cy="696835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88FAD2-0731-0AE0-5B57-D1E483E3B6D2}"/>
              </a:ext>
            </a:extLst>
          </p:cNvPr>
          <p:cNvSpPr txBox="1"/>
          <p:nvPr/>
        </p:nvSpPr>
        <p:spPr>
          <a:xfrm>
            <a:off x="9135684" y="5462227"/>
            <a:ext cx="11908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192F6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命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1D62EB-CC49-FC46-855E-CA5BF9BEC128}"/>
              </a:ext>
            </a:extLst>
          </p:cNvPr>
          <p:cNvSpPr txBox="1"/>
          <p:nvPr/>
        </p:nvSpPr>
        <p:spPr>
          <a:xfrm>
            <a:off x="9221591" y="4525128"/>
            <a:ext cx="30687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000" b="1">
                <a:ln w="19050">
                  <a:solidFill>
                    <a:srgbClr val="FFA300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r>
              <a:rPr lang="en-US" altLang="ja-JP" sz="3000" b="1" dirty="0">
                <a:ln w="19050">
                  <a:solidFill>
                    <a:srgbClr val="FFA300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: 11:45.14</a:t>
            </a:r>
            <a:endParaRPr kumimoji="1" lang="ja-JP" altLang="en-US" sz="3000" b="1">
              <a:ln w="19050">
                <a:solidFill>
                  <a:srgbClr val="FFA300"/>
                </a:solidFill>
                <a:prstDash val="solid"/>
              </a:ln>
              <a:solidFill>
                <a:srgbClr val="EE0002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1AEC91-9E41-141D-CECD-4C1475003740}"/>
              </a:ext>
            </a:extLst>
          </p:cNvPr>
          <p:cNvSpPr txBox="1"/>
          <p:nvPr/>
        </p:nvSpPr>
        <p:spPr>
          <a:xfrm>
            <a:off x="8700881" y="4908229"/>
            <a:ext cx="41101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 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〇一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: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二三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.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四五</a:t>
            </a:r>
            <a:endParaRPr kumimoji="1" lang="ja-JP" altLang="en-US" sz="3000" b="1">
              <a:ln w="6350">
                <a:solidFill>
                  <a:srgbClr val="254792"/>
                </a:solidFill>
                <a:prstDash val="solid"/>
              </a:ln>
              <a:solidFill>
                <a:srgbClr val="EE0002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617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63E5F76-C921-F8BF-44FF-D0C7EDEE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85" t="38307" r="31368" b="15658"/>
          <a:stretch/>
        </p:blipFill>
        <p:spPr>
          <a:xfrm>
            <a:off x="2015367" y="868503"/>
            <a:ext cx="2438400" cy="266333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38828C-333B-889E-6C1B-675ADAB8A625}"/>
              </a:ext>
            </a:extLst>
          </p:cNvPr>
          <p:cNvSpPr/>
          <p:nvPr/>
        </p:nvSpPr>
        <p:spPr>
          <a:xfrm>
            <a:off x="315390" y="2151061"/>
            <a:ext cx="606425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E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952507-43DE-3EF7-91A4-4EEA614549BD}"/>
              </a:ext>
            </a:extLst>
          </p:cNvPr>
          <p:cNvSpPr/>
          <p:nvPr/>
        </p:nvSpPr>
        <p:spPr>
          <a:xfrm>
            <a:off x="410413" y="1606261"/>
            <a:ext cx="606425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E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969FDC-32DA-843F-BD21-3CC280442025}"/>
              </a:ext>
            </a:extLst>
          </p:cNvPr>
          <p:cNvSpPr/>
          <p:nvPr/>
        </p:nvSpPr>
        <p:spPr>
          <a:xfrm>
            <a:off x="501090" y="1294823"/>
            <a:ext cx="606425" cy="46672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F1E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4D2F3B55-0E21-35CB-6E8C-C0EF2A9DD84A}"/>
              </a:ext>
            </a:extLst>
          </p:cNvPr>
          <p:cNvSpPr/>
          <p:nvPr/>
        </p:nvSpPr>
        <p:spPr>
          <a:xfrm>
            <a:off x="2288796" y="1397000"/>
            <a:ext cx="1739900" cy="1784350"/>
          </a:xfrm>
          <a:prstGeom prst="ellipse">
            <a:avLst/>
          </a:prstGeom>
          <a:solidFill>
            <a:srgbClr val="D6D1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0196A96-E4DD-C919-D620-C9682B904B83}"/>
              </a:ext>
            </a:extLst>
          </p:cNvPr>
          <p:cNvSpPr/>
          <p:nvPr/>
        </p:nvSpPr>
        <p:spPr>
          <a:xfrm>
            <a:off x="2288796" y="1479550"/>
            <a:ext cx="1739900" cy="1695450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DFFFF">
                  <a:alpha val="52863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86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3587C8-8DE5-A4B9-D3C0-9EC341C25D22}"/>
              </a:ext>
            </a:extLst>
          </p:cNvPr>
          <p:cNvSpPr txBox="1"/>
          <p:nvPr/>
        </p:nvSpPr>
        <p:spPr>
          <a:xfrm>
            <a:off x="2939224" y="847106"/>
            <a:ext cx="83645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">
                <a:solidFill>
                  <a:schemeClr val="bg1"/>
                </a:solidFill>
              </a:rPr>
              <a:t>時</a:t>
            </a:r>
            <a:r>
              <a:rPr kumimoji="1" lang="en-US" altLang="ja-JP" sz="3000" dirty="0">
                <a:solidFill>
                  <a:schemeClr val="bg1"/>
                </a:solidFill>
              </a:rPr>
              <a:t>(Yu Gothic R)</a:t>
            </a:r>
          </a:p>
          <a:p>
            <a:r>
              <a:rPr lang="ja-JP" altLang="en-US" sz="3000">
                <a:solidFill>
                  <a:schemeClr val="bg1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時</a:t>
            </a:r>
            <a:r>
              <a:rPr lang="en-US" altLang="ja-JP" sz="3000" dirty="0">
                <a:solidFill>
                  <a:schemeClr val="bg1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(</a:t>
            </a:r>
            <a:r>
              <a:rPr lang="ja-JP" altLang="en-US" sz="3000">
                <a:solidFill>
                  <a:schemeClr val="bg1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衡山毛筆フォント </a:t>
            </a:r>
            <a:r>
              <a:rPr lang="en-US" altLang="ja-JP" sz="3000" dirty="0">
                <a:solidFill>
                  <a:schemeClr val="bg1"/>
                </a:solidFill>
                <a:latin typeface="KouzanBrushFontOTF" panose="02000600000000000000" pitchFamily="2" charset="-128"/>
                <a:ea typeface="KouzanBrushFontOTF" panose="02000600000000000000" pitchFamily="2" charset="-128"/>
              </a:rPr>
              <a:t>OTF)</a:t>
            </a:r>
          </a:p>
          <a:p>
            <a:r>
              <a:rPr kumimoji="1" lang="ja-JP" altLang="en-US" sz="300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r>
              <a:rPr kumimoji="1" lang="en-US" altLang="ja-JP" sz="3000" dirty="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(HOT-</a:t>
            </a:r>
            <a:r>
              <a:rPr kumimoji="1" lang="ja-JP" altLang="en-US" sz="300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白舟行書教漢</a:t>
            </a:r>
            <a:r>
              <a:rPr kumimoji="1" lang="en-US" altLang="ja-JP" sz="3000" dirty="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)</a:t>
            </a:r>
            <a:r>
              <a:rPr lang="ja-JP" altLang="en-US" sz="300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鴇色</a:t>
            </a:r>
            <a:r>
              <a:rPr lang="en-US" altLang="ja-JP" sz="3000" dirty="0">
                <a:solidFill>
                  <a:srgbClr val="00B0F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f4b3c2+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373A91-1B6D-56A0-C8A8-0E4038A0AF39}"/>
              </a:ext>
            </a:extLst>
          </p:cNvPr>
          <p:cNvSpPr txBox="1"/>
          <p:nvPr/>
        </p:nvSpPr>
        <p:spPr>
          <a:xfrm>
            <a:off x="1750504" y="2613392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>
                <a:ln w="22225">
                  <a:solidFill>
                    <a:srgbClr val="EAC048"/>
                  </a:solidFill>
                  <a:prstDash val="solid"/>
                </a:ln>
                <a:solidFill>
                  <a:srgbClr val="192F6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命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210C36-0124-6979-075E-E3150BF0CE15}"/>
              </a:ext>
            </a:extLst>
          </p:cNvPr>
          <p:cNvSpPr txBox="1"/>
          <p:nvPr/>
        </p:nvSpPr>
        <p:spPr>
          <a:xfrm>
            <a:off x="5895703" y="40059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CCCC31-FC90-ACF8-E203-316AFA505B50}"/>
              </a:ext>
            </a:extLst>
          </p:cNvPr>
          <p:cNvSpPr txBox="1"/>
          <p:nvPr/>
        </p:nvSpPr>
        <p:spPr>
          <a:xfrm>
            <a:off x="3209189" y="2559393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b="1">
                <a:ln w="22225">
                  <a:solidFill>
                    <a:srgbClr val="FFA300"/>
                  </a:solidFill>
                  <a:prstDash val="solid"/>
                </a:ln>
                <a:solidFill>
                  <a:srgbClr val="EE383A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endParaRPr kumimoji="1" lang="ja-JP" altLang="en-US" sz="10000" b="1">
              <a:ln w="22225">
                <a:solidFill>
                  <a:srgbClr val="FFA300"/>
                </a:solidFill>
                <a:prstDash val="solid"/>
              </a:ln>
              <a:solidFill>
                <a:srgbClr val="EE383A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CF8696-9AA8-0F7B-2A58-40544993EB34}"/>
              </a:ext>
            </a:extLst>
          </p:cNvPr>
          <p:cNvSpPr txBox="1"/>
          <p:nvPr/>
        </p:nvSpPr>
        <p:spPr>
          <a:xfrm>
            <a:off x="4982268" y="2646962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宝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632D56B-AA28-1E9D-D262-47473D5B4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95" y="4509648"/>
            <a:ext cx="1404207" cy="129795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7AA2AF6-8A80-2E77-0E9A-A4C6E6319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569" y="4540990"/>
            <a:ext cx="1559827" cy="130537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6BED561-65DF-6A87-7D44-016075BE4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172" y="4540990"/>
            <a:ext cx="1251531" cy="130537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5B79525-8533-C7FF-8233-557572395F7A}"/>
              </a:ext>
            </a:extLst>
          </p:cNvPr>
          <p:cNvSpPr txBox="1"/>
          <p:nvPr/>
        </p:nvSpPr>
        <p:spPr>
          <a:xfrm>
            <a:off x="7354388" y="2324434"/>
            <a:ext cx="41101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 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〇一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: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二三</a:t>
            </a:r>
            <a:r>
              <a:rPr lang="en-US" altLang="ja-JP" sz="3000" b="1" dirty="0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.</a:t>
            </a:r>
            <a:r>
              <a:rPr lang="ja-JP" altLang="en-US" sz="3000" b="1">
                <a:ln w="6350">
                  <a:solidFill>
                    <a:srgbClr val="25479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四五</a:t>
            </a:r>
            <a:endParaRPr kumimoji="1" lang="ja-JP" altLang="en-US" sz="3000" b="1">
              <a:ln w="6350">
                <a:solidFill>
                  <a:srgbClr val="254792"/>
                </a:solidFill>
                <a:prstDash val="solid"/>
              </a:ln>
              <a:solidFill>
                <a:srgbClr val="EE0002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3B6B73-4D1B-5DBA-D5C5-EC50478FB26C}"/>
              </a:ext>
            </a:extLst>
          </p:cNvPr>
          <p:cNvSpPr txBox="1"/>
          <p:nvPr/>
        </p:nvSpPr>
        <p:spPr>
          <a:xfrm>
            <a:off x="6705560" y="2878432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宝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B7E0694-EAD8-3364-EB2D-74550FF57399}"/>
              </a:ext>
            </a:extLst>
          </p:cNvPr>
          <p:cNvSpPr txBox="1"/>
          <p:nvPr/>
        </p:nvSpPr>
        <p:spPr>
          <a:xfrm>
            <a:off x="8325274" y="2909774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endParaRPr kumimoji="1" lang="ja-JP" altLang="en-US" sz="10000" b="1">
              <a:ln w="22225">
                <a:solidFill>
                  <a:srgbClr val="F4B3C2"/>
                </a:solidFill>
                <a:prstDash val="solid"/>
              </a:ln>
              <a:solidFill>
                <a:srgbClr val="EE0002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8DB20F0-510E-789A-028F-7C7FFD37F4D3}"/>
              </a:ext>
            </a:extLst>
          </p:cNvPr>
          <p:cNvSpPr txBox="1"/>
          <p:nvPr/>
        </p:nvSpPr>
        <p:spPr>
          <a:xfrm>
            <a:off x="6711941" y="4355760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命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82C5E24-003B-8C15-78FE-02F6DC363995}"/>
              </a:ext>
            </a:extLst>
          </p:cNvPr>
          <p:cNvSpPr/>
          <p:nvPr/>
        </p:nvSpPr>
        <p:spPr>
          <a:xfrm>
            <a:off x="8733453" y="261766"/>
            <a:ext cx="839755" cy="1170680"/>
          </a:xfrm>
          <a:prstGeom prst="rect">
            <a:avLst/>
          </a:prstGeom>
          <a:solidFill>
            <a:srgbClr val="F4B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53FE5A0-7FFD-8F85-D7B6-1E3D6110FD89}"/>
              </a:ext>
            </a:extLst>
          </p:cNvPr>
          <p:cNvSpPr/>
          <p:nvPr/>
        </p:nvSpPr>
        <p:spPr>
          <a:xfrm>
            <a:off x="9573208" y="261766"/>
            <a:ext cx="839755" cy="1170680"/>
          </a:xfrm>
          <a:prstGeom prst="rect">
            <a:avLst/>
          </a:prstGeom>
          <a:solidFill>
            <a:srgbClr val="EE00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177131-6C17-1D3D-7A3D-09FB0C917BE4}"/>
              </a:ext>
            </a:extLst>
          </p:cNvPr>
          <p:cNvSpPr txBox="1"/>
          <p:nvPr/>
        </p:nvSpPr>
        <p:spPr>
          <a:xfrm>
            <a:off x="8140543" y="4424882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b="1">
                <a:ln w="22225">
                  <a:solidFill>
                    <a:srgbClr val="ECF9C0"/>
                  </a:solidFill>
                  <a:prstDash val="solid"/>
                </a:ln>
                <a:solidFill>
                  <a:srgbClr val="192F60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敵</a:t>
            </a:r>
            <a:endParaRPr kumimoji="1" lang="ja-JP" altLang="en-US" sz="10000" b="1">
              <a:ln w="22225">
                <a:solidFill>
                  <a:srgbClr val="ECF9C0"/>
                </a:solidFill>
                <a:prstDash val="solid"/>
              </a:ln>
              <a:solidFill>
                <a:srgbClr val="192F60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A6DBC87D-C49B-CABC-CCC7-AE8CD4AE33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645" r="72585"/>
          <a:stretch/>
        </p:blipFill>
        <p:spPr>
          <a:xfrm>
            <a:off x="-428797" y="261766"/>
            <a:ext cx="2948143" cy="19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83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B1B43-5A20-E414-C5D9-9A5AF92A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57413AF-CCF9-26E9-2173-9D44CF386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931" y="562719"/>
            <a:ext cx="2140182" cy="2118709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0301006-C4EF-9E8B-861E-1BAB60D076EC}"/>
              </a:ext>
            </a:extLst>
          </p:cNvPr>
          <p:cNvSpPr txBox="1"/>
          <p:nvPr/>
        </p:nvSpPr>
        <p:spPr>
          <a:xfrm>
            <a:off x="1298194" y="2681428"/>
            <a:ext cx="3205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JF Dot Kappa 20 0213" panose="020B0602020203020207" pitchFamily="34" charset="-128"/>
                <a:ea typeface="JF Dot Kappa 20 0213" panose="020B0602020203020207" pitchFamily="34" charset="-128"/>
              </a:rPr>
              <a:t>Game Over</a:t>
            </a:r>
            <a:endParaRPr kumimoji="1" lang="ja-JP" altLang="en-US" sz="4000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JF Dot Kappa 20 0213" panose="020B0602020203020207" pitchFamily="34" charset="-128"/>
              <a:ea typeface="JF Dot Kappa 20 0213" panose="020B0602020203020207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E5B973-9DB1-B5CB-9120-E088A66B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96" y="1484315"/>
            <a:ext cx="3211515" cy="3147783"/>
          </a:xfrm>
          <a:prstGeom prst="rect">
            <a:avLst/>
          </a:prstGeom>
        </p:spPr>
      </p:pic>
      <p:pic>
        <p:nvPicPr>
          <p:cNvPr id="4" name="図 10">
            <a:extLst>
              <a:ext uri="{FF2B5EF4-FFF2-40B4-BE49-F238E27FC236}">
                <a16:creationId xmlns:a16="http://schemas.microsoft.com/office/drawing/2014/main" id="{3A4AE6B1-F2FD-C8C2-1753-F70C5733D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331" y="715119"/>
            <a:ext cx="2140182" cy="2118709"/>
          </a:xfrm>
          <a:prstGeom prst="rect">
            <a:avLst/>
          </a:prstGeom>
        </p:spPr>
      </p:pic>
      <p:sp>
        <p:nvSpPr>
          <p:cNvPr id="5" name="テキスト ボックス 19">
            <a:extLst>
              <a:ext uri="{FF2B5EF4-FFF2-40B4-BE49-F238E27FC236}">
                <a16:creationId xmlns:a16="http://schemas.microsoft.com/office/drawing/2014/main" id="{AC5A2611-EC2C-4E00-F0E9-A0C661236D94}"/>
              </a:ext>
            </a:extLst>
          </p:cNvPr>
          <p:cNvSpPr txBox="1"/>
          <p:nvPr/>
        </p:nvSpPr>
        <p:spPr>
          <a:xfrm>
            <a:off x="5892277" y="4393571"/>
            <a:ext cx="39998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xelMplus12" panose="020B0509020203020207" pitchFamily="49" charset="-128"/>
                <a:ea typeface="PixelMplus12" panose="020B0509020203020207" pitchFamily="49" charset="-128"/>
              </a:rPr>
              <a:t>Enter</a:t>
            </a:r>
            <a:r>
              <a:rPr kumimoji="1" lang="ja-JP" altLang="en-US" sz="2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ixelMplus12" panose="020B0509020203020207" pitchFamily="49" charset="-128"/>
                <a:ea typeface="PixelMplus12" panose="020B0509020203020207" pitchFamily="49" charset="-128"/>
              </a:rPr>
              <a:t>キーを押して下さい</a:t>
            </a:r>
          </a:p>
        </p:txBody>
      </p:sp>
    </p:spTree>
    <p:extLst>
      <p:ext uri="{BB962C8B-B14F-4D97-AF65-F5344CB8AC3E}">
        <p14:creationId xmlns:p14="http://schemas.microsoft.com/office/powerpoint/2010/main" val="186166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25AD-3EE5-46D4-91AC-00CD3313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7C367D-49D2-6598-B26E-5CEA204EB4F0}"/>
              </a:ext>
            </a:extLst>
          </p:cNvPr>
          <p:cNvSpPr txBox="1"/>
          <p:nvPr/>
        </p:nvSpPr>
        <p:spPr>
          <a:xfrm>
            <a:off x="1079242" y="483487"/>
            <a:ext cx="9725739" cy="3743074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盛えたる者、その勢いを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後の世に残すこと無し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kumimoji="1"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永遠を求める者</a:t>
            </a:r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kumimoji="1"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一人としてこれを為す者も無し</a:t>
            </a:r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kumimoji="1"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願いと想い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kumimoji="1"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その他は全て塵となりて消えり</a:t>
            </a:r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kumimoji="1"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追い求めし花は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もはや高嶺の先にありて見えず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遥か郷愁の先に忘れた夢は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呪いとなりて消えず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果たせぬ約束は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風の囁きの様にして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唯だ汝が心奥に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儚き残滓として息づくのみ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花咲かぬ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風吹く荒野の上に私はいる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noFill/>
                </a:ln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慕情の客たる君に捧ぐ</a:t>
            </a:r>
            <a:endParaRPr lang="en-US" altLang="ja-JP" sz="2000" dirty="0">
              <a:ln w="1270">
                <a:noFill/>
              </a:ln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5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55818C5-5BBF-7CE9-A5CA-4A3BBB7E8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4" b="4975"/>
          <a:stretch/>
        </p:blipFill>
        <p:spPr>
          <a:xfrm>
            <a:off x="0" y="-25184"/>
            <a:ext cx="12192000" cy="6908368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A145D6-F6FC-4193-C460-D25F4AC21BA9}"/>
              </a:ext>
            </a:extLst>
          </p:cNvPr>
          <p:cNvSpPr/>
          <p:nvPr/>
        </p:nvSpPr>
        <p:spPr>
          <a:xfrm>
            <a:off x="9460909" y="6001066"/>
            <a:ext cx="2585545" cy="664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9935E30-5AB5-86C7-F5B6-27150B33C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3599" y="5918776"/>
            <a:ext cx="822841" cy="82926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7E8A6B5-B9C3-E2C6-5C00-F9FC135C5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804" y="4100645"/>
            <a:ext cx="219833" cy="68536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E24800A-8CAE-827C-B872-A8DC77E6FA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9551972" y="6106763"/>
            <a:ext cx="219833" cy="55899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A1A957A-DB6A-AAE4-D0B8-9DB66F1DC4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9912190" y="6106763"/>
            <a:ext cx="219833" cy="55899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D40CFA7-3FE4-65D7-8052-69A39C5661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10272408" y="6106763"/>
            <a:ext cx="219833" cy="55899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E1095C2-E465-4660-8E1F-948864C391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10632626" y="6106763"/>
            <a:ext cx="219833" cy="55899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317F37C-4B86-2DA2-194C-955F938985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10992844" y="6106763"/>
            <a:ext cx="219833" cy="558992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1E6FAD2-898E-E0C2-7574-5F4149E9C6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11353062" y="6106763"/>
            <a:ext cx="219833" cy="55899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514514B-FF72-E0A9-B578-46C6871B6C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38"/>
          <a:stretch/>
        </p:blipFill>
        <p:spPr>
          <a:xfrm>
            <a:off x="11713280" y="6107060"/>
            <a:ext cx="219833" cy="558992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83C77AA-2904-320A-8131-D8CD29C5B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8067" y="5089160"/>
            <a:ext cx="822841" cy="829320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B8886E0-555D-1A9D-9308-CBF35526CB25}"/>
              </a:ext>
            </a:extLst>
          </p:cNvPr>
          <p:cNvSpPr/>
          <p:nvPr/>
        </p:nvSpPr>
        <p:spPr>
          <a:xfrm>
            <a:off x="9460909" y="5168779"/>
            <a:ext cx="2585545" cy="664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8E8804-502B-33DA-2450-944AFAE53FC1}"/>
              </a:ext>
            </a:extLst>
          </p:cNvPr>
          <p:cNvSpPr txBox="1"/>
          <p:nvPr/>
        </p:nvSpPr>
        <p:spPr>
          <a:xfrm>
            <a:off x="339331" y="2469429"/>
            <a:ext cx="16197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b="1">
                <a:ln w="22225">
                  <a:solidFill>
                    <a:srgbClr val="F4B3C2"/>
                  </a:solidFill>
                  <a:prstDash val="solid"/>
                </a:ln>
                <a:solidFill>
                  <a:srgbClr val="EE0002"/>
                </a:solidFill>
                <a:latin typeface="HOT-Gyoshokk R" panose="02020400000000000000" pitchFamily="18" charset="-128"/>
                <a:ea typeface="HOT-Gyoshokk R" panose="02020400000000000000" pitchFamily="18" charset="-128"/>
              </a:rPr>
              <a:t>時</a:t>
            </a:r>
            <a:endParaRPr kumimoji="1" lang="ja-JP" altLang="en-US" sz="10000" b="1">
              <a:ln w="22225">
                <a:solidFill>
                  <a:srgbClr val="F4B3C2"/>
                </a:solidFill>
                <a:prstDash val="solid"/>
              </a:ln>
              <a:solidFill>
                <a:srgbClr val="EE0002"/>
              </a:solidFill>
              <a:latin typeface="HOT-Gyoshokk R" panose="02020400000000000000" pitchFamily="18" charset="-128"/>
              <a:ea typeface="HOT-Gyoshokk R" panose="02020400000000000000" pitchFamily="18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BDBD8A1-D779-AB4F-2D52-CF4A941D5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599" y="4345790"/>
            <a:ext cx="822841" cy="82284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3E6B649-A598-C4EB-C819-758AFDB721C4}"/>
              </a:ext>
            </a:extLst>
          </p:cNvPr>
          <p:cNvSpPr/>
          <p:nvPr/>
        </p:nvSpPr>
        <p:spPr>
          <a:xfrm>
            <a:off x="9460909" y="4418782"/>
            <a:ext cx="2585545" cy="664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0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F17DD-0202-4444-8BF6-C93788D8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源平討魔伝』独特の雰囲気が溢れまくるナムコの怪作アクションゲーム | クラシックゲームの塔">
            <a:extLst>
              <a:ext uri="{FF2B5EF4-FFF2-40B4-BE49-F238E27FC236}">
                <a16:creationId xmlns:a16="http://schemas.microsoft.com/office/drawing/2014/main" id="{E5CC5976-0F1B-EF30-48E9-C557D29F3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14" r="68607"/>
          <a:stretch/>
        </p:blipFill>
        <p:spPr bwMode="auto">
          <a:xfrm>
            <a:off x="-163924" y="624888"/>
            <a:ext cx="7702900" cy="390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E84085-3F65-732F-DF2D-A71AAFC4F971}"/>
              </a:ext>
            </a:extLst>
          </p:cNvPr>
          <p:cNvSpPr/>
          <p:nvPr/>
        </p:nvSpPr>
        <p:spPr>
          <a:xfrm>
            <a:off x="1675398" y="5299814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4B3278-9352-077C-C777-D53BA14697FE}"/>
              </a:ext>
            </a:extLst>
          </p:cNvPr>
          <p:cNvSpPr/>
          <p:nvPr/>
        </p:nvSpPr>
        <p:spPr>
          <a:xfrm>
            <a:off x="1754339" y="5299814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20C8FA-C901-74E7-5B55-62B19FBFD2D7}"/>
              </a:ext>
            </a:extLst>
          </p:cNvPr>
          <p:cNvSpPr/>
          <p:nvPr/>
        </p:nvSpPr>
        <p:spPr>
          <a:xfrm>
            <a:off x="1754339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98BDE9-B28B-8484-1D45-096128367268}"/>
              </a:ext>
            </a:extLst>
          </p:cNvPr>
          <p:cNvSpPr/>
          <p:nvPr/>
        </p:nvSpPr>
        <p:spPr>
          <a:xfrm>
            <a:off x="1596457" y="5209156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16DFE2-6CE3-F488-5452-3FA6F2D852B4}"/>
              </a:ext>
            </a:extLst>
          </p:cNvPr>
          <p:cNvSpPr/>
          <p:nvPr/>
        </p:nvSpPr>
        <p:spPr>
          <a:xfrm>
            <a:off x="1596457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5D4457-AA83-6E33-FC79-7A0A3BDB944B}"/>
              </a:ext>
            </a:extLst>
          </p:cNvPr>
          <p:cNvSpPr/>
          <p:nvPr/>
        </p:nvSpPr>
        <p:spPr>
          <a:xfrm>
            <a:off x="1945113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377CB6-FC8A-81CE-A2AD-7C670874A3FE}"/>
              </a:ext>
            </a:extLst>
          </p:cNvPr>
          <p:cNvSpPr/>
          <p:nvPr/>
        </p:nvSpPr>
        <p:spPr>
          <a:xfrm>
            <a:off x="1729929" y="4937219"/>
            <a:ext cx="80326" cy="151072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44357E-41B8-E422-A8A8-586BDF9A9DB8}"/>
              </a:ext>
            </a:extLst>
          </p:cNvPr>
          <p:cNvSpPr/>
          <p:nvPr/>
        </p:nvSpPr>
        <p:spPr>
          <a:xfrm>
            <a:off x="1809563" y="4937219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3E15BE-5044-AF7A-476B-D31FB115E363}"/>
              </a:ext>
            </a:extLst>
          </p:cNvPr>
          <p:cNvSpPr/>
          <p:nvPr/>
        </p:nvSpPr>
        <p:spPr>
          <a:xfrm>
            <a:off x="1885358" y="4938937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F2BA40D-1A29-E456-B8EA-8A61EF920ADA}"/>
              </a:ext>
            </a:extLst>
          </p:cNvPr>
          <p:cNvSpPr/>
          <p:nvPr/>
        </p:nvSpPr>
        <p:spPr>
          <a:xfrm>
            <a:off x="1649257" y="4937219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C683577-7704-F7F6-9BEB-B898313CF7F1}"/>
              </a:ext>
            </a:extLst>
          </p:cNvPr>
          <p:cNvSpPr/>
          <p:nvPr/>
        </p:nvSpPr>
        <p:spPr>
          <a:xfrm>
            <a:off x="1727145" y="4846171"/>
            <a:ext cx="80326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2A691DF-ACFA-A988-9838-6766EF68B6F7}"/>
              </a:ext>
            </a:extLst>
          </p:cNvPr>
          <p:cNvSpPr/>
          <p:nvPr/>
        </p:nvSpPr>
        <p:spPr>
          <a:xfrm>
            <a:off x="3234479" y="5295223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561A03F-213A-307E-E450-1436FE5D531C}"/>
              </a:ext>
            </a:extLst>
          </p:cNvPr>
          <p:cNvSpPr/>
          <p:nvPr/>
        </p:nvSpPr>
        <p:spPr>
          <a:xfrm>
            <a:off x="3313420" y="5295223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B9C6E5-1EA6-5347-984B-3DF74D8BCE36}"/>
              </a:ext>
            </a:extLst>
          </p:cNvPr>
          <p:cNvSpPr/>
          <p:nvPr/>
        </p:nvSpPr>
        <p:spPr>
          <a:xfrm>
            <a:off x="3313420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1D414C5-E4C8-3BBB-0527-69D870C7302F}"/>
              </a:ext>
            </a:extLst>
          </p:cNvPr>
          <p:cNvSpPr/>
          <p:nvPr/>
        </p:nvSpPr>
        <p:spPr>
          <a:xfrm>
            <a:off x="3155538" y="5204565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84B109-C40D-593B-173C-BCDC28924316}"/>
              </a:ext>
            </a:extLst>
          </p:cNvPr>
          <p:cNvSpPr/>
          <p:nvPr/>
        </p:nvSpPr>
        <p:spPr>
          <a:xfrm>
            <a:off x="3155538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744B4CF-D4C4-228A-7201-C03776DCAB90}"/>
              </a:ext>
            </a:extLst>
          </p:cNvPr>
          <p:cNvSpPr/>
          <p:nvPr/>
        </p:nvSpPr>
        <p:spPr>
          <a:xfrm>
            <a:off x="3504194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5D0D900-188C-07FF-FB81-711934CF81C5}"/>
              </a:ext>
            </a:extLst>
          </p:cNvPr>
          <p:cNvSpPr/>
          <p:nvPr/>
        </p:nvSpPr>
        <p:spPr>
          <a:xfrm>
            <a:off x="3289009" y="4932628"/>
            <a:ext cx="152645" cy="151072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15B6637-7C5A-7978-F639-C8B623FC9F69}"/>
              </a:ext>
            </a:extLst>
          </p:cNvPr>
          <p:cNvSpPr/>
          <p:nvPr/>
        </p:nvSpPr>
        <p:spPr>
          <a:xfrm>
            <a:off x="3444439" y="4934346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67C426C-E577-C7AB-65FE-D015D2ED03C7}"/>
              </a:ext>
            </a:extLst>
          </p:cNvPr>
          <p:cNvSpPr/>
          <p:nvPr/>
        </p:nvSpPr>
        <p:spPr>
          <a:xfrm>
            <a:off x="3208338" y="4932628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0E984D8-F983-FAE6-18B4-7079E31CB56D}"/>
              </a:ext>
            </a:extLst>
          </p:cNvPr>
          <p:cNvSpPr/>
          <p:nvPr/>
        </p:nvSpPr>
        <p:spPr>
          <a:xfrm>
            <a:off x="3286226" y="4841580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F22295B-B470-FC7A-574A-76CE97101A26}"/>
              </a:ext>
            </a:extLst>
          </p:cNvPr>
          <p:cNvSpPr/>
          <p:nvPr/>
        </p:nvSpPr>
        <p:spPr>
          <a:xfrm>
            <a:off x="1159307" y="5295223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85EE2A5-E688-E510-5151-C72D54663E9F}"/>
              </a:ext>
            </a:extLst>
          </p:cNvPr>
          <p:cNvSpPr/>
          <p:nvPr/>
        </p:nvSpPr>
        <p:spPr>
          <a:xfrm>
            <a:off x="1238248" y="5295223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5C0CEB6-08F9-EF6B-BBDE-72CBBFCEB1E3}"/>
              </a:ext>
            </a:extLst>
          </p:cNvPr>
          <p:cNvSpPr/>
          <p:nvPr/>
        </p:nvSpPr>
        <p:spPr>
          <a:xfrm>
            <a:off x="1238248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07165B8-3618-D83A-03BE-01B3EE9236D5}"/>
              </a:ext>
            </a:extLst>
          </p:cNvPr>
          <p:cNvSpPr/>
          <p:nvPr/>
        </p:nvSpPr>
        <p:spPr>
          <a:xfrm>
            <a:off x="1080366" y="5204565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501A8C1-70B5-BBD1-DF54-FF6B855F791F}"/>
              </a:ext>
            </a:extLst>
          </p:cNvPr>
          <p:cNvSpPr/>
          <p:nvPr/>
        </p:nvSpPr>
        <p:spPr>
          <a:xfrm>
            <a:off x="1080366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06530F1-848A-65E7-0FC7-0FA646C0432B}"/>
              </a:ext>
            </a:extLst>
          </p:cNvPr>
          <p:cNvSpPr/>
          <p:nvPr/>
        </p:nvSpPr>
        <p:spPr>
          <a:xfrm>
            <a:off x="1429022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C5BA2A7-6D24-48BF-3FF3-72640329AF6E}"/>
              </a:ext>
            </a:extLst>
          </p:cNvPr>
          <p:cNvSpPr/>
          <p:nvPr/>
        </p:nvSpPr>
        <p:spPr>
          <a:xfrm>
            <a:off x="1283372" y="4932628"/>
            <a:ext cx="83110" cy="151072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37A046F-B33E-55F1-212E-D174560DEE93}"/>
              </a:ext>
            </a:extLst>
          </p:cNvPr>
          <p:cNvSpPr/>
          <p:nvPr/>
        </p:nvSpPr>
        <p:spPr>
          <a:xfrm>
            <a:off x="1369267" y="4934346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0CE599D-90EC-764B-4F83-676030516DF7}"/>
              </a:ext>
            </a:extLst>
          </p:cNvPr>
          <p:cNvSpPr/>
          <p:nvPr/>
        </p:nvSpPr>
        <p:spPr>
          <a:xfrm>
            <a:off x="1136340" y="4932628"/>
            <a:ext cx="144637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7206C10-53FB-CC84-3854-60624BD71FCE}"/>
              </a:ext>
            </a:extLst>
          </p:cNvPr>
          <p:cNvSpPr/>
          <p:nvPr/>
        </p:nvSpPr>
        <p:spPr>
          <a:xfrm>
            <a:off x="1277802" y="4841580"/>
            <a:ext cx="85896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5745A1B-CB02-DC8F-8BF4-A9828BAA99B8}"/>
              </a:ext>
            </a:extLst>
          </p:cNvPr>
          <p:cNvSpPr/>
          <p:nvPr/>
        </p:nvSpPr>
        <p:spPr>
          <a:xfrm>
            <a:off x="3782574" y="5295223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E480D9E-C851-B8A6-4A14-75395A0D670E}"/>
              </a:ext>
            </a:extLst>
          </p:cNvPr>
          <p:cNvSpPr/>
          <p:nvPr/>
        </p:nvSpPr>
        <p:spPr>
          <a:xfrm>
            <a:off x="3861515" y="5295223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53BC8C2-C9B7-A7E4-6EA5-01F53E2AB980}"/>
              </a:ext>
            </a:extLst>
          </p:cNvPr>
          <p:cNvSpPr/>
          <p:nvPr/>
        </p:nvSpPr>
        <p:spPr>
          <a:xfrm>
            <a:off x="3861515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E3910D8-29FF-0D31-13AB-A3BF53E4F3EC}"/>
              </a:ext>
            </a:extLst>
          </p:cNvPr>
          <p:cNvSpPr/>
          <p:nvPr/>
        </p:nvSpPr>
        <p:spPr>
          <a:xfrm>
            <a:off x="3703633" y="5204565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EBC8BD0-5FFF-F16B-ACDC-79D3BD17D6A2}"/>
              </a:ext>
            </a:extLst>
          </p:cNvPr>
          <p:cNvSpPr/>
          <p:nvPr/>
        </p:nvSpPr>
        <p:spPr>
          <a:xfrm>
            <a:off x="3703633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2FD5240-FE4B-A9E3-42DE-799DE0FA521C}"/>
              </a:ext>
            </a:extLst>
          </p:cNvPr>
          <p:cNvSpPr/>
          <p:nvPr/>
        </p:nvSpPr>
        <p:spPr>
          <a:xfrm>
            <a:off x="4052289" y="5295223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A6EE63D-696F-C7B3-2221-60FF193D6A5E}"/>
              </a:ext>
            </a:extLst>
          </p:cNvPr>
          <p:cNvSpPr/>
          <p:nvPr/>
        </p:nvSpPr>
        <p:spPr>
          <a:xfrm>
            <a:off x="3837104" y="4993040"/>
            <a:ext cx="152645" cy="9065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1BB1061-9B04-B8B2-3DB7-50886B235612}"/>
              </a:ext>
            </a:extLst>
          </p:cNvPr>
          <p:cNvSpPr/>
          <p:nvPr/>
        </p:nvSpPr>
        <p:spPr>
          <a:xfrm>
            <a:off x="3992533" y="4993040"/>
            <a:ext cx="80327" cy="9237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7E9FA4D-8FD9-72B8-5DA3-765E77E32B15}"/>
              </a:ext>
            </a:extLst>
          </p:cNvPr>
          <p:cNvSpPr/>
          <p:nvPr/>
        </p:nvSpPr>
        <p:spPr>
          <a:xfrm>
            <a:off x="3753421" y="4993040"/>
            <a:ext cx="83338" cy="9066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351F476-9306-A1E0-A018-D54261F2DDD9}"/>
              </a:ext>
            </a:extLst>
          </p:cNvPr>
          <p:cNvSpPr/>
          <p:nvPr/>
        </p:nvSpPr>
        <p:spPr>
          <a:xfrm>
            <a:off x="3828590" y="4902382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7CCA0E1-118A-2656-3DE9-3EEEA5438354}"/>
              </a:ext>
            </a:extLst>
          </p:cNvPr>
          <p:cNvSpPr/>
          <p:nvPr/>
        </p:nvSpPr>
        <p:spPr>
          <a:xfrm>
            <a:off x="2745904" y="5293231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46FCACF7-B4FC-D362-13A3-2CFF0759569A}"/>
              </a:ext>
            </a:extLst>
          </p:cNvPr>
          <p:cNvSpPr/>
          <p:nvPr/>
        </p:nvSpPr>
        <p:spPr>
          <a:xfrm>
            <a:off x="2824845" y="5293231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3DC22F2-A73E-BA47-F389-1A48FD6C3E44}"/>
              </a:ext>
            </a:extLst>
          </p:cNvPr>
          <p:cNvSpPr/>
          <p:nvPr/>
        </p:nvSpPr>
        <p:spPr>
          <a:xfrm>
            <a:off x="2824845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F848B44-506C-37FA-17E6-325A89B0660A}"/>
              </a:ext>
            </a:extLst>
          </p:cNvPr>
          <p:cNvSpPr/>
          <p:nvPr/>
        </p:nvSpPr>
        <p:spPr>
          <a:xfrm>
            <a:off x="2666963" y="5202573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3D8BDCD-08C5-29FD-9536-0760CC1F23D4}"/>
              </a:ext>
            </a:extLst>
          </p:cNvPr>
          <p:cNvSpPr/>
          <p:nvPr/>
        </p:nvSpPr>
        <p:spPr>
          <a:xfrm>
            <a:off x="2666963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D46955E6-EB42-C69E-F014-CA45C656985B}"/>
              </a:ext>
            </a:extLst>
          </p:cNvPr>
          <p:cNvSpPr/>
          <p:nvPr/>
        </p:nvSpPr>
        <p:spPr>
          <a:xfrm>
            <a:off x="3015619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F094456-6376-4CEA-5EDB-79A6AF7C12C9}"/>
              </a:ext>
            </a:extLst>
          </p:cNvPr>
          <p:cNvSpPr/>
          <p:nvPr/>
        </p:nvSpPr>
        <p:spPr>
          <a:xfrm>
            <a:off x="2800434" y="4839588"/>
            <a:ext cx="152645" cy="24211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92E8CF3-3B68-30F1-B036-6E5286E759C9}"/>
              </a:ext>
            </a:extLst>
          </p:cNvPr>
          <p:cNvSpPr/>
          <p:nvPr/>
        </p:nvSpPr>
        <p:spPr>
          <a:xfrm>
            <a:off x="2955863" y="4836716"/>
            <a:ext cx="80327" cy="24671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ABADD87-DED2-1899-21C7-83F7E55E5576}"/>
              </a:ext>
            </a:extLst>
          </p:cNvPr>
          <p:cNvSpPr/>
          <p:nvPr/>
        </p:nvSpPr>
        <p:spPr>
          <a:xfrm>
            <a:off x="2716751" y="4839586"/>
            <a:ext cx="83338" cy="24212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AE70FBB-7779-CE61-E798-E302E5106239}"/>
              </a:ext>
            </a:extLst>
          </p:cNvPr>
          <p:cNvSpPr/>
          <p:nvPr/>
        </p:nvSpPr>
        <p:spPr>
          <a:xfrm>
            <a:off x="2800435" y="4745667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D92D77B-452B-BAC4-ED15-3AC08E9B8BC5}"/>
              </a:ext>
            </a:extLst>
          </p:cNvPr>
          <p:cNvSpPr/>
          <p:nvPr/>
        </p:nvSpPr>
        <p:spPr>
          <a:xfrm>
            <a:off x="4271149" y="5293231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3C88C9ED-3B80-D3FA-C526-48CC4E99F265}"/>
              </a:ext>
            </a:extLst>
          </p:cNvPr>
          <p:cNvSpPr/>
          <p:nvPr/>
        </p:nvSpPr>
        <p:spPr>
          <a:xfrm>
            <a:off x="4350090" y="5293231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CA85D92-A77C-CF11-34D5-1F1C32AD402C}"/>
              </a:ext>
            </a:extLst>
          </p:cNvPr>
          <p:cNvSpPr/>
          <p:nvPr/>
        </p:nvSpPr>
        <p:spPr>
          <a:xfrm>
            <a:off x="4350090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CB6BDDE0-4B5C-6F4E-6F4F-95FC12655859}"/>
              </a:ext>
            </a:extLst>
          </p:cNvPr>
          <p:cNvSpPr/>
          <p:nvPr/>
        </p:nvSpPr>
        <p:spPr>
          <a:xfrm>
            <a:off x="4192208" y="5202573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4E20992-E02B-1A1F-A5D5-C91D7CA04F96}"/>
              </a:ext>
            </a:extLst>
          </p:cNvPr>
          <p:cNvSpPr/>
          <p:nvPr/>
        </p:nvSpPr>
        <p:spPr>
          <a:xfrm>
            <a:off x="4192208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8B7FBF0B-D973-3636-76BE-56EA1C4F96A0}"/>
              </a:ext>
            </a:extLst>
          </p:cNvPr>
          <p:cNvSpPr/>
          <p:nvPr/>
        </p:nvSpPr>
        <p:spPr>
          <a:xfrm>
            <a:off x="4540864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FA4843CE-E15D-DA60-4E10-0A4D29A735EC}"/>
              </a:ext>
            </a:extLst>
          </p:cNvPr>
          <p:cNvSpPr/>
          <p:nvPr/>
        </p:nvSpPr>
        <p:spPr>
          <a:xfrm>
            <a:off x="4313238" y="4991712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6" name="正方形/長方形 1025">
            <a:extLst>
              <a:ext uri="{FF2B5EF4-FFF2-40B4-BE49-F238E27FC236}">
                <a16:creationId xmlns:a16="http://schemas.microsoft.com/office/drawing/2014/main" id="{BA9B05BB-3783-8539-2C53-9CBFAF43F7AE}"/>
              </a:ext>
            </a:extLst>
          </p:cNvPr>
          <p:cNvSpPr/>
          <p:nvPr/>
        </p:nvSpPr>
        <p:spPr>
          <a:xfrm>
            <a:off x="2249469" y="5293231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7" name="正方形/長方形 1026">
            <a:extLst>
              <a:ext uri="{FF2B5EF4-FFF2-40B4-BE49-F238E27FC236}">
                <a16:creationId xmlns:a16="http://schemas.microsoft.com/office/drawing/2014/main" id="{344EF320-B67E-8B2A-05E5-00887BB0D294}"/>
              </a:ext>
            </a:extLst>
          </p:cNvPr>
          <p:cNvSpPr/>
          <p:nvPr/>
        </p:nvSpPr>
        <p:spPr>
          <a:xfrm>
            <a:off x="2328410" y="5293231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正方形/長方形 1028">
            <a:extLst>
              <a:ext uri="{FF2B5EF4-FFF2-40B4-BE49-F238E27FC236}">
                <a16:creationId xmlns:a16="http://schemas.microsoft.com/office/drawing/2014/main" id="{D98C58C0-32E9-7BF0-805A-804C4D3CFA38}"/>
              </a:ext>
            </a:extLst>
          </p:cNvPr>
          <p:cNvSpPr/>
          <p:nvPr/>
        </p:nvSpPr>
        <p:spPr>
          <a:xfrm>
            <a:off x="2328410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0" name="正方形/長方形 1029">
            <a:extLst>
              <a:ext uri="{FF2B5EF4-FFF2-40B4-BE49-F238E27FC236}">
                <a16:creationId xmlns:a16="http://schemas.microsoft.com/office/drawing/2014/main" id="{0127D2E5-F1FF-9FB4-8252-291CB937D04A}"/>
              </a:ext>
            </a:extLst>
          </p:cNvPr>
          <p:cNvSpPr/>
          <p:nvPr/>
        </p:nvSpPr>
        <p:spPr>
          <a:xfrm>
            <a:off x="2170528" y="5202573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1" name="正方形/長方形 1030">
            <a:extLst>
              <a:ext uri="{FF2B5EF4-FFF2-40B4-BE49-F238E27FC236}">
                <a16:creationId xmlns:a16="http://schemas.microsoft.com/office/drawing/2014/main" id="{4AB07C04-D21C-D5FF-A1E8-4E064E3312FA}"/>
              </a:ext>
            </a:extLst>
          </p:cNvPr>
          <p:cNvSpPr/>
          <p:nvPr/>
        </p:nvSpPr>
        <p:spPr>
          <a:xfrm>
            <a:off x="2170528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0690DBA3-0917-E016-A56B-C5479891B81D}"/>
              </a:ext>
            </a:extLst>
          </p:cNvPr>
          <p:cNvSpPr/>
          <p:nvPr/>
        </p:nvSpPr>
        <p:spPr>
          <a:xfrm>
            <a:off x="2519184" y="52932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3" name="正方形/長方形 1032">
            <a:extLst>
              <a:ext uri="{FF2B5EF4-FFF2-40B4-BE49-F238E27FC236}">
                <a16:creationId xmlns:a16="http://schemas.microsoft.com/office/drawing/2014/main" id="{2409F3A8-BEDF-060A-D11C-83EA9776037A}"/>
              </a:ext>
            </a:extLst>
          </p:cNvPr>
          <p:cNvSpPr/>
          <p:nvPr/>
        </p:nvSpPr>
        <p:spPr>
          <a:xfrm>
            <a:off x="2303999" y="4839588"/>
            <a:ext cx="152645" cy="24211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4D7C39AB-532D-EBC8-FD63-76CE7356EB01}"/>
              </a:ext>
            </a:extLst>
          </p:cNvPr>
          <p:cNvSpPr/>
          <p:nvPr/>
        </p:nvSpPr>
        <p:spPr>
          <a:xfrm>
            <a:off x="2459428" y="4836716"/>
            <a:ext cx="80327" cy="24671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5" name="正方形/長方形 1034">
            <a:extLst>
              <a:ext uri="{FF2B5EF4-FFF2-40B4-BE49-F238E27FC236}">
                <a16:creationId xmlns:a16="http://schemas.microsoft.com/office/drawing/2014/main" id="{91DA36F9-BEAC-08FC-AF12-512F67E4A1F3}"/>
              </a:ext>
            </a:extLst>
          </p:cNvPr>
          <p:cNvSpPr/>
          <p:nvPr/>
        </p:nvSpPr>
        <p:spPr>
          <a:xfrm>
            <a:off x="2220316" y="4839586"/>
            <a:ext cx="83338" cy="24212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6" name="正方形/長方形 1035">
            <a:extLst>
              <a:ext uri="{FF2B5EF4-FFF2-40B4-BE49-F238E27FC236}">
                <a16:creationId xmlns:a16="http://schemas.microsoft.com/office/drawing/2014/main" id="{E26B5C6A-302E-404C-E296-DA19DF205F7B}"/>
              </a:ext>
            </a:extLst>
          </p:cNvPr>
          <p:cNvSpPr/>
          <p:nvPr/>
        </p:nvSpPr>
        <p:spPr>
          <a:xfrm>
            <a:off x="2304000" y="4745667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052875F9-250E-FA01-49FC-EC95C8290840}"/>
              </a:ext>
            </a:extLst>
          </p:cNvPr>
          <p:cNvSpPr/>
          <p:nvPr/>
        </p:nvSpPr>
        <p:spPr>
          <a:xfrm>
            <a:off x="2304000" y="4590265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1" name="図 1040">
            <a:extLst>
              <a:ext uri="{FF2B5EF4-FFF2-40B4-BE49-F238E27FC236}">
                <a16:creationId xmlns:a16="http://schemas.microsoft.com/office/drawing/2014/main" id="{49BD1A42-8255-C503-43AB-7F942FFF1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97" t="57726" r="49420" b="20314"/>
          <a:stretch/>
        </p:blipFill>
        <p:spPr>
          <a:xfrm>
            <a:off x="3743103" y="2386901"/>
            <a:ext cx="6028969" cy="2184380"/>
          </a:xfrm>
          <a:prstGeom prst="rect">
            <a:avLst/>
          </a:prstGeom>
        </p:spPr>
      </p:pic>
      <p:sp>
        <p:nvSpPr>
          <p:cNvPr id="1042" name="正方形/長方形 1041">
            <a:extLst>
              <a:ext uri="{FF2B5EF4-FFF2-40B4-BE49-F238E27FC236}">
                <a16:creationId xmlns:a16="http://schemas.microsoft.com/office/drawing/2014/main" id="{EF302C4F-FEC8-AA8A-9B85-5ECE89A7803E}"/>
              </a:ext>
            </a:extLst>
          </p:cNvPr>
          <p:cNvSpPr/>
          <p:nvPr/>
        </p:nvSpPr>
        <p:spPr>
          <a:xfrm>
            <a:off x="4804277" y="5299814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3" name="正方形/長方形 1042">
            <a:extLst>
              <a:ext uri="{FF2B5EF4-FFF2-40B4-BE49-F238E27FC236}">
                <a16:creationId xmlns:a16="http://schemas.microsoft.com/office/drawing/2014/main" id="{8C5E5192-5C8F-AA9A-0410-8C259E0DFBD1}"/>
              </a:ext>
            </a:extLst>
          </p:cNvPr>
          <p:cNvSpPr/>
          <p:nvPr/>
        </p:nvSpPr>
        <p:spPr>
          <a:xfrm>
            <a:off x="4883218" y="5299814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4" name="正方形/長方形 1043">
            <a:extLst>
              <a:ext uri="{FF2B5EF4-FFF2-40B4-BE49-F238E27FC236}">
                <a16:creationId xmlns:a16="http://schemas.microsoft.com/office/drawing/2014/main" id="{34E4B01F-8402-B2CB-D612-81B44ED25E18}"/>
              </a:ext>
            </a:extLst>
          </p:cNvPr>
          <p:cNvSpPr/>
          <p:nvPr/>
        </p:nvSpPr>
        <p:spPr>
          <a:xfrm>
            <a:off x="4883218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5" name="正方形/長方形 1044">
            <a:extLst>
              <a:ext uri="{FF2B5EF4-FFF2-40B4-BE49-F238E27FC236}">
                <a16:creationId xmlns:a16="http://schemas.microsoft.com/office/drawing/2014/main" id="{EB995A7F-9B85-F338-B36A-895FEDB4E202}"/>
              </a:ext>
            </a:extLst>
          </p:cNvPr>
          <p:cNvSpPr/>
          <p:nvPr/>
        </p:nvSpPr>
        <p:spPr>
          <a:xfrm>
            <a:off x="4725336" y="5209156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6" name="正方形/長方形 1045">
            <a:extLst>
              <a:ext uri="{FF2B5EF4-FFF2-40B4-BE49-F238E27FC236}">
                <a16:creationId xmlns:a16="http://schemas.microsoft.com/office/drawing/2014/main" id="{A4302847-7AD7-ECA0-E20A-584ED324A085}"/>
              </a:ext>
            </a:extLst>
          </p:cNvPr>
          <p:cNvSpPr/>
          <p:nvPr/>
        </p:nvSpPr>
        <p:spPr>
          <a:xfrm>
            <a:off x="4725336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7" name="正方形/長方形 1046">
            <a:extLst>
              <a:ext uri="{FF2B5EF4-FFF2-40B4-BE49-F238E27FC236}">
                <a16:creationId xmlns:a16="http://schemas.microsoft.com/office/drawing/2014/main" id="{5FA474C5-180C-3865-E26D-97338230BA0A}"/>
              </a:ext>
            </a:extLst>
          </p:cNvPr>
          <p:cNvSpPr/>
          <p:nvPr/>
        </p:nvSpPr>
        <p:spPr>
          <a:xfrm>
            <a:off x="5073992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8" name="正方形/長方形 1047">
            <a:extLst>
              <a:ext uri="{FF2B5EF4-FFF2-40B4-BE49-F238E27FC236}">
                <a16:creationId xmlns:a16="http://schemas.microsoft.com/office/drawing/2014/main" id="{04D811A2-AF2B-AAD2-7880-45DAA1A4FD77}"/>
              </a:ext>
            </a:extLst>
          </p:cNvPr>
          <p:cNvSpPr/>
          <p:nvPr/>
        </p:nvSpPr>
        <p:spPr>
          <a:xfrm>
            <a:off x="4858807" y="4991712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9" name="正方形/長方形 1048">
            <a:extLst>
              <a:ext uri="{FF2B5EF4-FFF2-40B4-BE49-F238E27FC236}">
                <a16:creationId xmlns:a16="http://schemas.microsoft.com/office/drawing/2014/main" id="{10A02B88-9883-6551-9F27-4FD3B2F67680}"/>
              </a:ext>
            </a:extLst>
          </p:cNvPr>
          <p:cNvSpPr/>
          <p:nvPr/>
        </p:nvSpPr>
        <p:spPr>
          <a:xfrm>
            <a:off x="5014236" y="4991711"/>
            <a:ext cx="138697" cy="9829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0" name="正方形/長方形 1049">
            <a:extLst>
              <a:ext uri="{FF2B5EF4-FFF2-40B4-BE49-F238E27FC236}">
                <a16:creationId xmlns:a16="http://schemas.microsoft.com/office/drawing/2014/main" id="{CC48C713-1510-33F1-60EA-3F238E85F2C3}"/>
              </a:ext>
            </a:extLst>
          </p:cNvPr>
          <p:cNvSpPr/>
          <p:nvPr/>
        </p:nvSpPr>
        <p:spPr>
          <a:xfrm>
            <a:off x="4775124" y="4991711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1" name="正方形/長方形 1050">
            <a:extLst>
              <a:ext uri="{FF2B5EF4-FFF2-40B4-BE49-F238E27FC236}">
                <a16:creationId xmlns:a16="http://schemas.microsoft.com/office/drawing/2014/main" id="{AA04E159-E996-DA12-D859-E0148FCF258C}"/>
              </a:ext>
            </a:extLst>
          </p:cNvPr>
          <p:cNvSpPr/>
          <p:nvPr/>
        </p:nvSpPr>
        <p:spPr>
          <a:xfrm>
            <a:off x="5202026" y="4991711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2" name="正方形/長方形 1051">
            <a:extLst>
              <a:ext uri="{FF2B5EF4-FFF2-40B4-BE49-F238E27FC236}">
                <a16:creationId xmlns:a16="http://schemas.microsoft.com/office/drawing/2014/main" id="{B2E660A2-62EA-494D-0A02-2CA34F8B76F7}"/>
              </a:ext>
            </a:extLst>
          </p:cNvPr>
          <p:cNvSpPr/>
          <p:nvPr/>
        </p:nvSpPr>
        <p:spPr>
          <a:xfrm>
            <a:off x="5033136" y="4834997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4" name="正方形/長方形 1053">
            <a:extLst>
              <a:ext uri="{FF2B5EF4-FFF2-40B4-BE49-F238E27FC236}">
                <a16:creationId xmlns:a16="http://schemas.microsoft.com/office/drawing/2014/main" id="{BD1A611A-64FF-0A0B-24F1-91CEBC61AD71}"/>
              </a:ext>
            </a:extLst>
          </p:cNvPr>
          <p:cNvSpPr/>
          <p:nvPr/>
        </p:nvSpPr>
        <p:spPr>
          <a:xfrm>
            <a:off x="5467526" y="5306397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5" name="正方形/長方形 1054">
            <a:extLst>
              <a:ext uri="{FF2B5EF4-FFF2-40B4-BE49-F238E27FC236}">
                <a16:creationId xmlns:a16="http://schemas.microsoft.com/office/drawing/2014/main" id="{376D4989-7C55-DDFC-BB69-889DAE327D96}"/>
              </a:ext>
            </a:extLst>
          </p:cNvPr>
          <p:cNvSpPr/>
          <p:nvPr/>
        </p:nvSpPr>
        <p:spPr>
          <a:xfrm>
            <a:off x="5546467" y="5306397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6" name="正方形/長方形 1055">
            <a:extLst>
              <a:ext uri="{FF2B5EF4-FFF2-40B4-BE49-F238E27FC236}">
                <a16:creationId xmlns:a16="http://schemas.microsoft.com/office/drawing/2014/main" id="{8E8F3662-09F9-849E-2DA3-3E477F1B0873}"/>
              </a:ext>
            </a:extLst>
          </p:cNvPr>
          <p:cNvSpPr/>
          <p:nvPr/>
        </p:nvSpPr>
        <p:spPr>
          <a:xfrm>
            <a:off x="5546467" y="530639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ABA6633A-2D5E-1960-1946-F1E431123D78}"/>
              </a:ext>
            </a:extLst>
          </p:cNvPr>
          <p:cNvSpPr/>
          <p:nvPr/>
        </p:nvSpPr>
        <p:spPr>
          <a:xfrm>
            <a:off x="5388585" y="5215739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B9342522-D835-BED1-3E8A-26F6EF01FA64}"/>
              </a:ext>
            </a:extLst>
          </p:cNvPr>
          <p:cNvSpPr/>
          <p:nvPr/>
        </p:nvSpPr>
        <p:spPr>
          <a:xfrm>
            <a:off x="5388585" y="530639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9" name="正方形/長方形 1058">
            <a:extLst>
              <a:ext uri="{FF2B5EF4-FFF2-40B4-BE49-F238E27FC236}">
                <a16:creationId xmlns:a16="http://schemas.microsoft.com/office/drawing/2014/main" id="{099F26F0-9F22-0785-F605-0C01A11110BE}"/>
              </a:ext>
            </a:extLst>
          </p:cNvPr>
          <p:cNvSpPr/>
          <p:nvPr/>
        </p:nvSpPr>
        <p:spPr>
          <a:xfrm>
            <a:off x="5737241" y="530639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0" name="正方形/長方形 1059">
            <a:extLst>
              <a:ext uri="{FF2B5EF4-FFF2-40B4-BE49-F238E27FC236}">
                <a16:creationId xmlns:a16="http://schemas.microsoft.com/office/drawing/2014/main" id="{DDC8B61D-43F3-FEEB-91CB-471D20C9E13C}"/>
              </a:ext>
            </a:extLst>
          </p:cNvPr>
          <p:cNvSpPr/>
          <p:nvPr/>
        </p:nvSpPr>
        <p:spPr>
          <a:xfrm>
            <a:off x="5522056" y="4998295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正方形/長方形 1060">
            <a:extLst>
              <a:ext uri="{FF2B5EF4-FFF2-40B4-BE49-F238E27FC236}">
                <a16:creationId xmlns:a16="http://schemas.microsoft.com/office/drawing/2014/main" id="{AFE96B81-5627-91A2-4C65-E4AAEC219433}"/>
              </a:ext>
            </a:extLst>
          </p:cNvPr>
          <p:cNvSpPr/>
          <p:nvPr/>
        </p:nvSpPr>
        <p:spPr>
          <a:xfrm>
            <a:off x="5677485" y="4998294"/>
            <a:ext cx="209494" cy="9657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2" name="正方形/長方形 1061">
            <a:extLst>
              <a:ext uri="{FF2B5EF4-FFF2-40B4-BE49-F238E27FC236}">
                <a16:creationId xmlns:a16="http://schemas.microsoft.com/office/drawing/2014/main" id="{FCFBA4F0-5576-2FF5-F7B2-CC9079A9B28F}"/>
              </a:ext>
            </a:extLst>
          </p:cNvPr>
          <p:cNvSpPr/>
          <p:nvPr/>
        </p:nvSpPr>
        <p:spPr>
          <a:xfrm>
            <a:off x="5438373" y="4998294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FAF3C73B-C93A-7839-4A63-A068FEFCBFB7}"/>
              </a:ext>
            </a:extLst>
          </p:cNvPr>
          <p:cNvSpPr/>
          <p:nvPr/>
        </p:nvSpPr>
        <p:spPr>
          <a:xfrm>
            <a:off x="5732663" y="4834997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E15EC5A-D9AB-0413-94C6-1C9DBA1A552F}"/>
              </a:ext>
            </a:extLst>
          </p:cNvPr>
          <p:cNvSpPr/>
          <p:nvPr/>
        </p:nvSpPr>
        <p:spPr>
          <a:xfrm>
            <a:off x="6048241" y="5299814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8FEB2F-564C-7593-4C3B-7298F2EFA271}"/>
              </a:ext>
            </a:extLst>
          </p:cNvPr>
          <p:cNvSpPr/>
          <p:nvPr/>
        </p:nvSpPr>
        <p:spPr>
          <a:xfrm>
            <a:off x="6127182" y="5299814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DAF04AC-875C-7245-AF20-15AEF4511961}"/>
              </a:ext>
            </a:extLst>
          </p:cNvPr>
          <p:cNvSpPr/>
          <p:nvPr/>
        </p:nvSpPr>
        <p:spPr>
          <a:xfrm>
            <a:off x="6127182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AEAAC25-7D67-7582-EE9C-B1A055686F1E}"/>
              </a:ext>
            </a:extLst>
          </p:cNvPr>
          <p:cNvSpPr/>
          <p:nvPr/>
        </p:nvSpPr>
        <p:spPr>
          <a:xfrm>
            <a:off x="5969300" y="5209156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6B59421-DCB4-61D2-ABEA-B3F02C857120}"/>
              </a:ext>
            </a:extLst>
          </p:cNvPr>
          <p:cNvSpPr/>
          <p:nvPr/>
        </p:nvSpPr>
        <p:spPr>
          <a:xfrm>
            <a:off x="5969300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4" name="正方形/長方形 1023">
            <a:extLst>
              <a:ext uri="{FF2B5EF4-FFF2-40B4-BE49-F238E27FC236}">
                <a16:creationId xmlns:a16="http://schemas.microsoft.com/office/drawing/2014/main" id="{07D0D844-CFA1-CC17-C53A-475BC0DF61D8}"/>
              </a:ext>
            </a:extLst>
          </p:cNvPr>
          <p:cNvSpPr/>
          <p:nvPr/>
        </p:nvSpPr>
        <p:spPr>
          <a:xfrm>
            <a:off x="6317956" y="5299814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8" name="正方形/長方形 1037">
            <a:extLst>
              <a:ext uri="{FF2B5EF4-FFF2-40B4-BE49-F238E27FC236}">
                <a16:creationId xmlns:a16="http://schemas.microsoft.com/office/drawing/2014/main" id="{7C92851E-7079-65B1-6E7B-00505E13018D}"/>
              </a:ext>
            </a:extLst>
          </p:cNvPr>
          <p:cNvSpPr/>
          <p:nvPr/>
        </p:nvSpPr>
        <p:spPr>
          <a:xfrm>
            <a:off x="6102771" y="4991712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正方形/長方形 1038">
            <a:extLst>
              <a:ext uri="{FF2B5EF4-FFF2-40B4-BE49-F238E27FC236}">
                <a16:creationId xmlns:a16="http://schemas.microsoft.com/office/drawing/2014/main" id="{1379D056-DF03-C3FE-77A4-BF014020CB68}"/>
              </a:ext>
            </a:extLst>
          </p:cNvPr>
          <p:cNvSpPr/>
          <p:nvPr/>
        </p:nvSpPr>
        <p:spPr>
          <a:xfrm>
            <a:off x="6258200" y="4991711"/>
            <a:ext cx="151692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正方形/長方形 1039">
            <a:extLst>
              <a:ext uri="{FF2B5EF4-FFF2-40B4-BE49-F238E27FC236}">
                <a16:creationId xmlns:a16="http://schemas.microsoft.com/office/drawing/2014/main" id="{C5A7EA51-16B1-022E-931C-82FF4789B911}"/>
              </a:ext>
            </a:extLst>
          </p:cNvPr>
          <p:cNvSpPr/>
          <p:nvPr/>
        </p:nvSpPr>
        <p:spPr>
          <a:xfrm>
            <a:off x="6019088" y="4991711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5" name="正方形/長方形 1064">
            <a:extLst>
              <a:ext uri="{FF2B5EF4-FFF2-40B4-BE49-F238E27FC236}">
                <a16:creationId xmlns:a16="http://schemas.microsoft.com/office/drawing/2014/main" id="{5DAC814C-C497-59CD-1BFE-0E735725D569}"/>
              </a:ext>
            </a:extLst>
          </p:cNvPr>
          <p:cNvSpPr/>
          <p:nvPr/>
        </p:nvSpPr>
        <p:spPr>
          <a:xfrm>
            <a:off x="6097898" y="4875220"/>
            <a:ext cx="201816" cy="116381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735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270AF-A437-A3C9-7E29-0C119EB6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正方形/長方形 1169">
            <a:extLst>
              <a:ext uri="{FF2B5EF4-FFF2-40B4-BE49-F238E27FC236}">
                <a16:creationId xmlns:a16="http://schemas.microsoft.com/office/drawing/2014/main" id="{5F90EB1E-18C8-182A-4CE2-CF108E95E04B}"/>
              </a:ext>
            </a:extLst>
          </p:cNvPr>
          <p:cNvSpPr/>
          <p:nvPr/>
        </p:nvSpPr>
        <p:spPr>
          <a:xfrm>
            <a:off x="8636000" y="4220306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1" name="正方形/長方形 1170">
            <a:extLst>
              <a:ext uri="{FF2B5EF4-FFF2-40B4-BE49-F238E27FC236}">
                <a16:creationId xmlns:a16="http://schemas.microsoft.com/office/drawing/2014/main" id="{4E64CEC3-C228-A5C7-8075-4EE66CA7017D}"/>
              </a:ext>
            </a:extLst>
          </p:cNvPr>
          <p:cNvSpPr/>
          <p:nvPr/>
        </p:nvSpPr>
        <p:spPr>
          <a:xfrm>
            <a:off x="9353550" y="4220306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2" name="正方形/長方形 1171">
            <a:extLst>
              <a:ext uri="{FF2B5EF4-FFF2-40B4-BE49-F238E27FC236}">
                <a16:creationId xmlns:a16="http://schemas.microsoft.com/office/drawing/2014/main" id="{E0E486D6-15C2-5BCA-7DDC-7E419152B0F1}"/>
              </a:ext>
            </a:extLst>
          </p:cNvPr>
          <p:cNvSpPr/>
          <p:nvPr/>
        </p:nvSpPr>
        <p:spPr>
          <a:xfrm>
            <a:off x="10071100" y="4220306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7" name="正方形/長方形 1066">
            <a:extLst>
              <a:ext uri="{FF2B5EF4-FFF2-40B4-BE49-F238E27FC236}">
                <a16:creationId xmlns:a16="http://schemas.microsoft.com/office/drawing/2014/main" id="{1E4DB40B-2DB9-E23C-4E14-0CC561B76036}"/>
              </a:ext>
            </a:extLst>
          </p:cNvPr>
          <p:cNvSpPr/>
          <p:nvPr/>
        </p:nvSpPr>
        <p:spPr>
          <a:xfrm>
            <a:off x="5048249" y="4220307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6" name="正方形/長方形 1165">
            <a:extLst>
              <a:ext uri="{FF2B5EF4-FFF2-40B4-BE49-F238E27FC236}">
                <a16:creationId xmlns:a16="http://schemas.microsoft.com/office/drawing/2014/main" id="{C038ABAD-4705-D8A8-68B8-84285CD2A517}"/>
              </a:ext>
            </a:extLst>
          </p:cNvPr>
          <p:cNvSpPr/>
          <p:nvPr/>
        </p:nvSpPr>
        <p:spPr>
          <a:xfrm>
            <a:off x="5765800" y="4220307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7" name="正方形/長方形 1166">
            <a:extLst>
              <a:ext uri="{FF2B5EF4-FFF2-40B4-BE49-F238E27FC236}">
                <a16:creationId xmlns:a16="http://schemas.microsoft.com/office/drawing/2014/main" id="{DB85D97B-86AE-A0A4-790A-C3D43DE8640C}"/>
              </a:ext>
            </a:extLst>
          </p:cNvPr>
          <p:cNvSpPr/>
          <p:nvPr/>
        </p:nvSpPr>
        <p:spPr>
          <a:xfrm>
            <a:off x="6483350" y="4220307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8" name="正方形/長方形 1167">
            <a:extLst>
              <a:ext uri="{FF2B5EF4-FFF2-40B4-BE49-F238E27FC236}">
                <a16:creationId xmlns:a16="http://schemas.microsoft.com/office/drawing/2014/main" id="{34455F38-E89C-2C4D-84A1-1A52BDBB5853}"/>
              </a:ext>
            </a:extLst>
          </p:cNvPr>
          <p:cNvSpPr/>
          <p:nvPr/>
        </p:nvSpPr>
        <p:spPr>
          <a:xfrm>
            <a:off x="7200900" y="4220307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9" name="正方形/長方形 1168">
            <a:extLst>
              <a:ext uri="{FF2B5EF4-FFF2-40B4-BE49-F238E27FC236}">
                <a16:creationId xmlns:a16="http://schemas.microsoft.com/office/drawing/2014/main" id="{EFFD4D10-1FAD-041C-78FB-A24AE77CE802}"/>
              </a:ext>
            </a:extLst>
          </p:cNvPr>
          <p:cNvSpPr/>
          <p:nvPr/>
        </p:nvSpPr>
        <p:spPr>
          <a:xfrm>
            <a:off x="7918450" y="4220306"/>
            <a:ext cx="717551" cy="1461053"/>
          </a:xfrm>
          <a:prstGeom prst="rect">
            <a:avLst/>
          </a:prstGeom>
          <a:solidFill>
            <a:srgbClr val="26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3" name="正方形/長方形 1062">
            <a:extLst>
              <a:ext uri="{FF2B5EF4-FFF2-40B4-BE49-F238E27FC236}">
                <a16:creationId xmlns:a16="http://schemas.microsoft.com/office/drawing/2014/main" id="{0D596EE5-9F09-1B53-3507-E5552A256726}"/>
              </a:ext>
            </a:extLst>
          </p:cNvPr>
          <p:cNvSpPr/>
          <p:nvPr/>
        </p:nvSpPr>
        <p:spPr>
          <a:xfrm>
            <a:off x="9175135" y="408648"/>
            <a:ext cx="2585545" cy="664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66" name="図 1065">
            <a:extLst>
              <a:ext uri="{FF2B5EF4-FFF2-40B4-BE49-F238E27FC236}">
                <a16:creationId xmlns:a16="http://schemas.microsoft.com/office/drawing/2014/main" id="{F0C921AC-5A18-6077-67E5-F11AB5F9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294" y="326359"/>
            <a:ext cx="822841" cy="829269"/>
          </a:xfrm>
          <a:prstGeom prst="rect">
            <a:avLst/>
          </a:prstGeom>
        </p:spPr>
      </p:pic>
      <p:sp>
        <p:nvSpPr>
          <p:cNvPr id="1068" name="正方形/長方形 1067">
            <a:extLst>
              <a:ext uri="{FF2B5EF4-FFF2-40B4-BE49-F238E27FC236}">
                <a16:creationId xmlns:a16="http://schemas.microsoft.com/office/drawing/2014/main" id="{99682FD5-29E9-8B35-5DDB-93C98E7FD426}"/>
              </a:ext>
            </a:extLst>
          </p:cNvPr>
          <p:cNvSpPr/>
          <p:nvPr/>
        </p:nvSpPr>
        <p:spPr>
          <a:xfrm>
            <a:off x="1398872" y="2255731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9" name="正方形/長方形 1068">
            <a:extLst>
              <a:ext uri="{FF2B5EF4-FFF2-40B4-BE49-F238E27FC236}">
                <a16:creationId xmlns:a16="http://schemas.microsoft.com/office/drawing/2014/main" id="{B26FC405-9E85-6CFF-F841-732647A03907}"/>
              </a:ext>
            </a:extLst>
          </p:cNvPr>
          <p:cNvSpPr/>
          <p:nvPr/>
        </p:nvSpPr>
        <p:spPr>
          <a:xfrm>
            <a:off x="1477813" y="2255731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0" name="正方形/長方形 1069">
            <a:extLst>
              <a:ext uri="{FF2B5EF4-FFF2-40B4-BE49-F238E27FC236}">
                <a16:creationId xmlns:a16="http://schemas.microsoft.com/office/drawing/2014/main" id="{612D76F8-04C4-D58D-53E4-5BE84CB56112}"/>
              </a:ext>
            </a:extLst>
          </p:cNvPr>
          <p:cNvSpPr/>
          <p:nvPr/>
        </p:nvSpPr>
        <p:spPr>
          <a:xfrm>
            <a:off x="1477813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1" name="正方形/長方形 1070">
            <a:extLst>
              <a:ext uri="{FF2B5EF4-FFF2-40B4-BE49-F238E27FC236}">
                <a16:creationId xmlns:a16="http://schemas.microsoft.com/office/drawing/2014/main" id="{2D710729-2DD6-D0B3-6757-2EED76B2D96A}"/>
              </a:ext>
            </a:extLst>
          </p:cNvPr>
          <p:cNvSpPr/>
          <p:nvPr/>
        </p:nvSpPr>
        <p:spPr>
          <a:xfrm>
            <a:off x="1319931" y="2165073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2" name="正方形/長方形 1071">
            <a:extLst>
              <a:ext uri="{FF2B5EF4-FFF2-40B4-BE49-F238E27FC236}">
                <a16:creationId xmlns:a16="http://schemas.microsoft.com/office/drawing/2014/main" id="{F9D04F77-BD48-B20B-E831-ACA5F030826D}"/>
              </a:ext>
            </a:extLst>
          </p:cNvPr>
          <p:cNvSpPr/>
          <p:nvPr/>
        </p:nvSpPr>
        <p:spPr>
          <a:xfrm>
            <a:off x="1319931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3" name="正方形/長方形 1072">
            <a:extLst>
              <a:ext uri="{FF2B5EF4-FFF2-40B4-BE49-F238E27FC236}">
                <a16:creationId xmlns:a16="http://schemas.microsoft.com/office/drawing/2014/main" id="{A410A1B2-8B1B-5C1B-6AD5-4C65712DB257}"/>
              </a:ext>
            </a:extLst>
          </p:cNvPr>
          <p:cNvSpPr/>
          <p:nvPr/>
        </p:nvSpPr>
        <p:spPr>
          <a:xfrm>
            <a:off x="1668587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4" name="正方形/長方形 1073">
            <a:extLst>
              <a:ext uri="{FF2B5EF4-FFF2-40B4-BE49-F238E27FC236}">
                <a16:creationId xmlns:a16="http://schemas.microsoft.com/office/drawing/2014/main" id="{67DE6578-8414-CC26-53F3-0ADBCC3FB0ED}"/>
              </a:ext>
            </a:extLst>
          </p:cNvPr>
          <p:cNvSpPr/>
          <p:nvPr/>
        </p:nvSpPr>
        <p:spPr>
          <a:xfrm>
            <a:off x="1453402" y="1893136"/>
            <a:ext cx="152645" cy="151072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5" name="正方形/長方形 1074">
            <a:extLst>
              <a:ext uri="{FF2B5EF4-FFF2-40B4-BE49-F238E27FC236}">
                <a16:creationId xmlns:a16="http://schemas.microsoft.com/office/drawing/2014/main" id="{F6A11EBB-E691-9E38-D4FB-0E368D2A8481}"/>
              </a:ext>
            </a:extLst>
          </p:cNvPr>
          <p:cNvSpPr/>
          <p:nvPr/>
        </p:nvSpPr>
        <p:spPr>
          <a:xfrm>
            <a:off x="1608832" y="1894854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6" name="正方形/長方形 1075">
            <a:extLst>
              <a:ext uri="{FF2B5EF4-FFF2-40B4-BE49-F238E27FC236}">
                <a16:creationId xmlns:a16="http://schemas.microsoft.com/office/drawing/2014/main" id="{16D924F8-333B-8503-7467-DB19C8A1BDC5}"/>
              </a:ext>
            </a:extLst>
          </p:cNvPr>
          <p:cNvSpPr/>
          <p:nvPr/>
        </p:nvSpPr>
        <p:spPr>
          <a:xfrm>
            <a:off x="1372731" y="1893136"/>
            <a:ext cx="80326" cy="15107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7" name="正方形/長方形 1076">
            <a:extLst>
              <a:ext uri="{FF2B5EF4-FFF2-40B4-BE49-F238E27FC236}">
                <a16:creationId xmlns:a16="http://schemas.microsoft.com/office/drawing/2014/main" id="{23FC74A4-F360-B0ED-ECD5-86F4C900F0F6}"/>
              </a:ext>
            </a:extLst>
          </p:cNvPr>
          <p:cNvSpPr/>
          <p:nvPr/>
        </p:nvSpPr>
        <p:spPr>
          <a:xfrm>
            <a:off x="1450619" y="1802088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8" name="正方形/長方形 1077">
            <a:extLst>
              <a:ext uri="{FF2B5EF4-FFF2-40B4-BE49-F238E27FC236}">
                <a16:creationId xmlns:a16="http://schemas.microsoft.com/office/drawing/2014/main" id="{1CAC3AF2-9C52-FBBD-1286-BB190A1CF3FC}"/>
              </a:ext>
            </a:extLst>
          </p:cNvPr>
          <p:cNvSpPr/>
          <p:nvPr/>
        </p:nvSpPr>
        <p:spPr>
          <a:xfrm>
            <a:off x="1946967" y="2255731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9" name="正方形/長方形 1078">
            <a:extLst>
              <a:ext uri="{FF2B5EF4-FFF2-40B4-BE49-F238E27FC236}">
                <a16:creationId xmlns:a16="http://schemas.microsoft.com/office/drawing/2014/main" id="{00D833CC-28CF-FFE9-2A48-DD9F3DC8A74F}"/>
              </a:ext>
            </a:extLst>
          </p:cNvPr>
          <p:cNvSpPr/>
          <p:nvPr/>
        </p:nvSpPr>
        <p:spPr>
          <a:xfrm>
            <a:off x="2025908" y="2255731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0" name="正方形/長方形 1079">
            <a:extLst>
              <a:ext uri="{FF2B5EF4-FFF2-40B4-BE49-F238E27FC236}">
                <a16:creationId xmlns:a16="http://schemas.microsoft.com/office/drawing/2014/main" id="{B47E2C4A-DFBB-DC3C-080A-77D0580B6A45}"/>
              </a:ext>
            </a:extLst>
          </p:cNvPr>
          <p:cNvSpPr/>
          <p:nvPr/>
        </p:nvSpPr>
        <p:spPr>
          <a:xfrm>
            <a:off x="2025908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正方形/長方形 1080">
            <a:extLst>
              <a:ext uri="{FF2B5EF4-FFF2-40B4-BE49-F238E27FC236}">
                <a16:creationId xmlns:a16="http://schemas.microsoft.com/office/drawing/2014/main" id="{D6B24126-C84F-BB4A-9677-5290EC9E58E5}"/>
              </a:ext>
            </a:extLst>
          </p:cNvPr>
          <p:cNvSpPr/>
          <p:nvPr/>
        </p:nvSpPr>
        <p:spPr>
          <a:xfrm>
            <a:off x="1868026" y="2165073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2" name="正方形/長方形 1081">
            <a:extLst>
              <a:ext uri="{FF2B5EF4-FFF2-40B4-BE49-F238E27FC236}">
                <a16:creationId xmlns:a16="http://schemas.microsoft.com/office/drawing/2014/main" id="{A6D346A5-213D-E83A-81DC-495FB085D068}"/>
              </a:ext>
            </a:extLst>
          </p:cNvPr>
          <p:cNvSpPr/>
          <p:nvPr/>
        </p:nvSpPr>
        <p:spPr>
          <a:xfrm>
            <a:off x="1868026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3" name="正方形/長方形 1082">
            <a:extLst>
              <a:ext uri="{FF2B5EF4-FFF2-40B4-BE49-F238E27FC236}">
                <a16:creationId xmlns:a16="http://schemas.microsoft.com/office/drawing/2014/main" id="{63C51356-C0A2-02BC-98FF-72E452A5B836}"/>
              </a:ext>
            </a:extLst>
          </p:cNvPr>
          <p:cNvSpPr/>
          <p:nvPr/>
        </p:nvSpPr>
        <p:spPr>
          <a:xfrm>
            <a:off x="2216682" y="2255731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4" name="正方形/長方形 1083">
            <a:extLst>
              <a:ext uri="{FF2B5EF4-FFF2-40B4-BE49-F238E27FC236}">
                <a16:creationId xmlns:a16="http://schemas.microsoft.com/office/drawing/2014/main" id="{A0E510CD-4C74-041E-1E22-B5007FBC0E46}"/>
              </a:ext>
            </a:extLst>
          </p:cNvPr>
          <p:cNvSpPr/>
          <p:nvPr/>
        </p:nvSpPr>
        <p:spPr>
          <a:xfrm>
            <a:off x="2001497" y="1953548"/>
            <a:ext cx="152645" cy="9065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5" name="正方形/長方形 1084">
            <a:extLst>
              <a:ext uri="{FF2B5EF4-FFF2-40B4-BE49-F238E27FC236}">
                <a16:creationId xmlns:a16="http://schemas.microsoft.com/office/drawing/2014/main" id="{9ED150BE-D9CB-91C7-BE68-43B526CAE8E5}"/>
              </a:ext>
            </a:extLst>
          </p:cNvPr>
          <p:cNvSpPr/>
          <p:nvPr/>
        </p:nvSpPr>
        <p:spPr>
          <a:xfrm>
            <a:off x="2156926" y="1953548"/>
            <a:ext cx="80327" cy="9237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正方形/長方形 1085">
            <a:extLst>
              <a:ext uri="{FF2B5EF4-FFF2-40B4-BE49-F238E27FC236}">
                <a16:creationId xmlns:a16="http://schemas.microsoft.com/office/drawing/2014/main" id="{D5D75F55-614E-B58D-7378-BD2FB29FECC1}"/>
              </a:ext>
            </a:extLst>
          </p:cNvPr>
          <p:cNvSpPr/>
          <p:nvPr/>
        </p:nvSpPr>
        <p:spPr>
          <a:xfrm>
            <a:off x="1917814" y="1953548"/>
            <a:ext cx="83338" cy="9066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正方形/長方形 1086">
            <a:extLst>
              <a:ext uri="{FF2B5EF4-FFF2-40B4-BE49-F238E27FC236}">
                <a16:creationId xmlns:a16="http://schemas.microsoft.com/office/drawing/2014/main" id="{2332789A-6AAA-0FCF-948B-3D4E874FF6DF}"/>
              </a:ext>
            </a:extLst>
          </p:cNvPr>
          <p:cNvSpPr/>
          <p:nvPr/>
        </p:nvSpPr>
        <p:spPr>
          <a:xfrm>
            <a:off x="1992983" y="1862890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8" name="正方形/長方形 1087">
            <a:extLst>
              <a:ext uri="{FF2B5EF4-FFF2-40B4-BE49-F238E27FC236}">
                <a16:creationId xmlns:a16="http://schemas.microsoft.com/office/drawing/2014/main" id="{72DEA9CA-A585-B5B7-1590-D42B4CCB56F7}"/>
              </a:ext>
            </a:extLst>
          </p:cNvPr>
          <p:cNvSpPr/>
          <p:nvPr/>
        </p:nvSpPr>
        <p:spPr>
          <a:xfrm>
            <a:off x="910297" y="2253739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9" name="正方形/長方形 1088">
            <a:extLst>
              <a:ext uri="{FF2B5EF4-FFF2-40B4-BE49-F238E27FC236}">
                <a16:creationId xmlns:a16="http://schemas.microsoft.com/office/drawing/2014/main" id="{B0C8E7F9-39A1-1DCC-502A-9094EFDB73D8}"/>
              </a:ext>
            </a:extLst>
          </p:cNvPr>
          <p:cNvSpPr/>
          <p:nvPr/>
        </p:nvSpPr>
        <p:spPr>
          <a:xfrm>
            <a:off x="989238" y="2253739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0" name="正方形/長方形 1089">
            <a:extLst>
              <a:ext uri="{FF2B5EF4-FFF2-40B4-BE49-F238E27FC236}">
                <a16:creationId xmlns:a16="http://schemas.microsoft.com/office/drawing/2014/main" id="{0185AD36-7334-98D6-9315-210190C5180D}"/>
              </a:ext>
            </a:extLst>
          </p:cNvPr>
          <p:cNvSpPr/>
          <p:nvPr/>
        </p:nvSpPr>
        <p:spPr>
          <a:xfrm>
            <a:off x="989238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1" name="正方形/長方形 1090">
            <a:extLst>
              <a:ext uri="{FF2B5EF4-FFF2-40B4-BE49-F238E27FC236}">
                <a16:creationId xmlns:a16="http://schemas.microsoft.com/office/drawing/2014/main" id="{B5FF75BD-F0BD-39EF-B9D1-D5D3B4D72B60}"/>
              </a:ext>
            </a:extLst>
          </p:cNvPr>
          <p:cNvSpPr/>
          <p:nvPr/>
        </p:nvSpPr>
        <p:spPr>
          <a:xfrm>
            <a:off x="831356" y="2163081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2" name="正方形/長方形 1091">
            <a:extLst>
              <a:ext uri="{FF2B5EF4-FFF2-40B4-BE49-F238E27FC236}">
                <a16:creationId xmlns:a16="http://schemas.microsoft.com/office/drawing/2014/main" id="{28D23FFF-C532-AABC-68E8-0E6ECB19074D}"/>
              </a:ext>
            </a:extLst>
          </p:cNvPr>
          <p:cNvSpPr/>
          <p:nvPr/>
        </p:nvSpPr>
        <p:spPr>
          <a:xfrm>
            <a:off x="831356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3" name="正方形/長方形 1092">
            <a:extLst>
              <a:ext uri="{FF2B5EF4-FFF2-40B4-BE49-F238E27FC236}">
                <a16:creationId xmlns:a16="http://schemas.microsoft.com/office/drawing/2014/main" id="{297AED7C-ADBD-DF12-4D50-B2E37FA62BB3}"/>
              </a:ext>
            </a:extLst>
          </p:cNvPr>
          <p:cNvSpPr/>
          <p:nvPr/>
        </p:nvSpPr>
        <p:spPr>
          <a:xfrm>
            <a:off x="1180012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4" name="正方形/長方形 1093">
            <a:extLst>
              <a:ext uri="{FF2B5EF4-FFF2-40B4-BE49-F238E27FC236}">
                <a16:creationId xmlns:a16="http://schemas.microsoft.com/office/drawing/2014/main" id="{AC0F01A4-7508-E0B8-3BBE-104C8451B6BC}"/>
              </a:ext>
            </a:extLst>
          </p:cNvPr>
          <p:cNvSpPr/>
          <p:nvPr/>
        </p:nvSpPr>
        <p:spPr>
          <a:xfrm>
            <a:off x="964827" y="1800096"/>
            <a:ext cx="152645" cy="24211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5" name="正方形/長方形 1094">
            <a:extLst>
              <a:ext uri="{FF2B5EF4-FFF2-40B4-BE49-F238E27FC236}">
                <a16:creationId xmlns:a16="http://schemas.microsoft.com/office/drawing/2014/main" id="{929872A7-22C4-A1D3-DFA6-9FB950B875DA}"/>
              </a:ext>
            </a:extLst>
          </p:cNvPr>
          <p:cNvSpPr/>
          <p:nvPr/>
        </p:nvSpPr>
        <p:spPr>
          <a:xfrm>
            <a:off x="1120256" y="1797224"/>
            <a:ext cx="80327" cy="24671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6" name="正方形/長方形 1095">
            <a:extLst>
              <a:ext uri="{FF2B5EF4-FFF2-40B4-BE49-F238E27FC236}">
                <a16:creationId xmlns:a16="http://schemas.microsoft.com/office/drawing/2014/main" id="{1334EC2B-3B6D-3D2C-D10F-B3E73F192C28}"/>
              </a:ext>
            </a:extLst>
          </p:cNvPr>
          <p:cNvSpPr/>
          <p:nvPr/>
        </p:nvSpPr>
        <p:spPr>
          <a:xfrm>
            <a:off x="881144" y="1800094"/>
            <a:ext cx="83338" cy="24212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7" name="正方形/長方形 1096">
            <a:extLst>
              <a:ext uri="{FF2B5EF4-FFF2-40B4-BE49-F238E27FC236}">
                <a16:creationId xmlns:a16="http://schemas.microsoft.com/office/drawing/2014/main" id="{CBB42E58-1572-BB37-398F-8F6D33209079}"/>
              </a:ext>
            </a:extLst>
          </p:cNvPr>
          <p:cNvSpPr/>
          <p:nvPr/>
        </p:nvSpPr>
        <p:spPr>
          <a:xfrm>
            <a:off x="964828" y="1706175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8" name="正方形/長方形 1097">
            <a:extLst>
              <a:ext uri="{FF2B5EF4-FFF2-40B4-BE49-F238E27FC236}">
                <a16:creationId xmlns:a16="http://schemas.microsoft.com/office/drawing/2014/main" id="{EB1E14FC-C0AB-C354-53C8-649A574E4296}"/>
              </a:ext>
            </a:extLst>
          </p:cNvPr>
          <p:cNvSpPr/>
          <p:nvPr/>
        </p:nvSpPr>
        <p:spPr>
          <a:xfrm>
            <a:off x="2435542" y="2253739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9" name="正方形/長方形 1098">
            <a:extLst>
              <a:ext uri="{FF2B5EF4-FFF2-40B4-BE49-F238E27FC236}">
                <a16:creationId xmlns:a16="http://schemas.microsoft.com/office/drawing/2014/main" id="{4A712D21-76A4-21BD-6A5F-77A2E047E2E4}"/>
              </a:ext>
            </a:extLst>
          </p:cNvPr>
          <p:cNvSpPr/>
          <p:nvPr/>
        </p:nvSpPr>
        <p:spPr>
          <a:xfrm>
            <a:off x="2514483" y="2253739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0" name="正方形/長方形 1099">
            <a:extLst>
              <a:ext uri="{FF2B5EF4-FFF2-40B4-BE49-F238E27FC236}">
                <a16:creationId xmlns:a16="http://schemas.microsoft.com/office/drawing/2014/main" id="{C87F4C18-9016-5CAA-9CAB-CF64FDA2D0EE}"/>
              </a:ext>
            </a:extLst>
          </p:cNvPr>
          <p:cNvSpPr/>
          <p:nvPr/>
        </p:nvSpPr>
        <p:spPr>
          <a:xfrm>
            <a:off x="2514483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1" name="正方形/長方形 1100">
            <a:extLst>
              <a:ext uri="{FF2B5EF4-FFF2-40B4-BE49-F238E27FC236}">
                <a16:creationId xmlns:a16="http://schemas.microsoft.com/office/drawing/2014/main" id="{FB1D37E2-6B52-4972-02E9-09A864FBF54E}"/>
              </a:ext>
            </a:extLst>
          </p:cNvPr>
          <p:cNvSpPr/>
          <p:nvPr/>
        </p:nvSpPr>
        <p:spPr>
          <a:xfrm>
            <a:off x="2356601" y="2163081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2" name="正方形/長方形 1101">
            <a:extLst>
              <a:ext uri="{FF2B5EF4-FFF2-40B4-BE49-F238E27FC236}">
                <a16:creationId xmlns:a16="http://schemas.microsoft.com/office/drawing/2014/main" id="{CA8AFA99-135B-3B40-FB3E-8B37675FB6D3}"/>
              </a:ext>
            </a:extLst>
          </p:cNvPr>
          <p:cNvSpPr/>
          <p:nvPr/>
        </p:nvSpPr>
        <p:spPr>
          <a:xfrm>
            <a:off x="2356601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3" name="正方形/長方形 1102">
            <a:extLst>
              <a:ext uri="{FF2B5EF4-FFF2-40B4-BE49-F238E27FC236}">
                <a16:creationId xmlns:a16="http://schemas.microsoft.com/office/drawing/2014/main" id="{7369AFB2-16F7-3ABD-B740-C87844B6786F}"/>
              </a:ext>
            </a:extLst>
          </p:cNvPr>
          <p:cNvSpPr/>
          <p:nvPr/>
        </p:nvSpPr>
        <p:spPr>
          <a:xfrm>
            <a:off x="2705257" y="225373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4" name="正方形/長方形 1103">
            <a:extLst>
              <a:ext uri="{FF2B5EF4-FFF2-40B4-BE49-F238E27FC236}">
                <a16:creationId xmlns:a16="http://schemas.microsoft.com/office/drawing/2014/main" id="{30804F2A-1911-1504-18BB-0E25A0B4C60C}"/>
              </a:ext>
            </a:extLst>
          </p:cNvPr>
          <p:cNvSpPr/>
          <p:nvPr/>
        </p:nvSpPr>
        <p:spPr>
          <a:xfrm>
            <a:off x="2477631" y="1952220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5" name="正方形/長方形 1104">
            <a:extLst>
              <a:ext uri="{FF2B5EF4-FFF2-40B4-BE49-F238E27FC236}">
                <a16:creationId xmlns:a16="http://schemas.microsoft.com/office/drawing/2014/main" id="{DCE4B67E-2789-E936-5968-4C2C3871D8B3}"/>
              </a:ext>
            </a:extLst>
          </p:cNvPr>
          <p:cNvSpPr/>
          <p:nvPr/>
        </p:nvSpPr>
        <p:spPr>
          <a:xfrm>
            <a:off x="154370" y="702966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6" name="正方形/長方形 1105">
            <a:extLst>
              <a:ext uri="{FF2B5EF4-FFF2-40B4-BE49-F238E27FC236}">
                <a16:creationId xmlns:a16="http://schemas.microsoft.com/office/drawing/2014/main" id="{FFDEEFFE-ED3F-53B4-0577-2367F86F3E5A}"/>
              </a:ext>
            </a:extLst>
          </p:cNvPr>
          <p:cNvSpPr/>
          <p:nvPr/>
        </p:nvSpPr>
        <p:spPr>
          <a:xfrm>
            <a:off x="233311" y="702966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7" name="正方形/長方形 1106">
            <a:extLst>
              <a:ext uri="{FF2B5EF4-FFF2-40B4-BE49-F238E27FC236}">
                <a16:creationId xmlns:a16="http://schemas.microsoft.com/office/drawing/2014/main" id="{671F6AF6-DD5E-5BC9-EFDF-449A92E8BF57}"/>
              </a:ext>
            </a:extLst>
          </p:cNvPr>
          <p:cNvSpPr/>
          <p:nvPr/>
        </p:nvSpPr>
        <p:spPr>
          <a:xfrm>
            <a:off x="233311" y="702966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8" name="正方形/長方形 1107">
            <a:extLst>
              <a:ext uri="{FF2B5EF4-FFF2-40B4-BE49-F238E27FC236}">
                <a16:creationId xmlns:a16="http://schemas.microsoft.com/office/drawing/2014/main" id="{B01EF3D5-65E7-94F9-EB0B-EFDB0FF05DD0}"/>
              </a:ext>
            </a:extLst>
          </p:cNvPr>
          <p:cNvSpPr/>
          <p:nvPr/>
        </p:nvSpPr>
        <p:spPr>
          <a:xfrm>
            <a:off x="75429" y="612308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9" name="正方形/長方形 1108">
            <a:extLst>
              <a:ext uri="{FF2B5EF4-FFF2-40B4-BE49-F238E27FC236}">
                <a16:creationId xmlns:a16="http://schemas.microsoft.com/office/drawing/2014/main" id="{E005D914-F654-82C6-A86B-559094FF4C58}"/>
              </a:ext>
            </a:extLst>
          </p:cNvPr>
          <p:cNvSpPr/>
          <p:nvPr/>
        </p:nvSpPr>
        <p:spPr>
          <a:xfrm>
            <a:off x="75429" y="702966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0" name="正方形/長方形 1109">
            <a:extLst>
              <a:ext uri="{FF2B5EF4-FFF2-40B4-BE49-F238E27FC236}">
                <a16:creationId xmlns:a16="http://schemas.microsoft.com/office/drawing/2014/main" id="{4B0CB6D8-B439-D59A-75C0-34322DFD960C}"/>
              </a:ext>
            </a:extLst>
          </p:cNvPr>
          <p:cNvSpPr/>
          <p:nvPr/>
        </p:nvSpPr>
        <p:spPr>
          <a:xfrm>
            <a:off x="424085" y="702966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1" name="正方形/長方形 1110">
            <a:extLst>
              <a:ext uri="{FF2B5EF4-FFF2-40B4-BE49-F238E27FC236}">
                <a16:creationId xmlns:a16="http://schemas.microsoft.com/office/drawing/2014/main" id="{96385219-E4EF-694B-9988-9F731B701DF8}"/>
              </a:ext>
            </a:extLst>
          </p:cNvPr>
          <p:cNvSpPr/>
          <p:nvPr/>
        </p:nvSpPr>
        <p:spPr>
          <a:xfrm>
            <a:off x="208900" y="249323"/>
            <a:ext cx="152645" cy="242119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2" name="正方形/長方形 1111">
            <a:extLst>
              <a:ext uri="{FF2B5EF4-FFF2-40B4-BE49-F238E27FC236}">
                <a16:creationId xmlns:a16="http://schemas.microsoft.com/office/drawing/2014/main" id="{35FC9ACA-B3AB-BB12-4F37-962DEA7299D1}"/>
              </a:ext>
            </a:extLst>
          </p:cNvPr>
          <p:cNvSpPr/>
          <p:nvPr/>
        </p:nvSpPr>
        <p:spPr>
          <a:xfrm>
            <a:off x="364329" y="246451"/>
            <a:ext cx="80327" cy="24671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3" name="正方形/長方形 1112">
            <a:extLst>
              <a:ext uri="{FF2B5EF4-FFF2-40B4-BE49-F238E27FC236}">
                <a16:creationId xmlns:a16="http://schemas.microsoft.com/office/drawing/2014/main" id="{A6EA7D27-B70D-1B8C-0B60-D1A55712EE64}"/>
              </a:ext>
            </a:extLst>
          </p:cNvPr>
          <p:cNvSpPr/>
          <p:nvPr/>
        </p:nvSpPr>
        <p:spPr>
          <a:xfrm>
            <a:off x="125217" y="249321"/>
            <a:ext cx="83338" cy="242122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4" name="正方形/長方形 1113">
            <a:extLst>
              <a:ext uri="{FF2B5EF4-FFF2-40B4-BE49-F238E27FC236}">
                <a16:creationId xmlns:a16="http://schemas.microsoft.com/office/drawing/2014/main" id="{8114D842-9199-091E-116B-EE4729A8FDDB}"/>
              </a:ext>
            </a:extLst>
          </p:cNvPr>
          <p:cNvSpPr/>
          <p:nvPr/>
        </p:nvSpPr>
        <p:spPr>
          <a:xfrm>
            <a:off x="208901" y="155402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5" name="正方形/長方形 1114">
            <a:extLst>
              <a:ext uri="{FF2B5EF4-FFF2-40B4-BE49-F238E27FC236}">
                <a16:creationId xmlns:a16="http://schemas.microsoft.com/office/drawing/2014/main" id="{05360BAD-2028-1805-4BD2-8C9EBEE51A78}"/>
              </a:ext>
            </a:extLst>
          </p:cNvPr>
          <p:cNvSpPr/>
          <p:nvPr/>
        </p:nvSpPr>
        <p:spPr>
          <a:xfrm>
            <a:off x="208901" y="0"/>
            <a:ext cx="152644" cy="89330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6" name="正方形/長方形 1115">
            <a:extLst>
              <a:ext uri="{FF2B5EF4-FFF2-40B4-BE49-F238E27FC236}">
                <a16:creationId xmlns:a16="http://schemas.microsoft.com/office/drawing/2014/main" id="{22D162D9-CD44-DFC1-F3EC-C3A82A3BDD84}"/>
              </a:ext>
            </a:extLst>
          </p:cNvPr>
          <p:cNvSpPr/>
          <p:nvPr/>
        </p:nvSpPr>
        <p:spPr>
          <a:xfrm>
            <a:off x="2714692" y="554147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7" name="正方形/長方形 1116">
            <a:extLst>
              <a:ext uri="{FF2B5EF4-FFF2-40B4-BE49-F238E27FC236}">
                <a16:creationId xmlns:a16="http://schemas.microsoft.com/office/drawing/2014/main" id="{613E0EC3-F04A-DC7B-611F-48CF4E82A94E}"/>
              </a:ext>
            </a:extLst>
          </p:cNvPr>
          <p:cNvSpPr/>
          <p:nvPr/>
        </p:nvSpPr>
        <p:spPr>
          <a:xfrm>
            <a:off x="2793633" y="554147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8" name="正方形/長方形 1117">
            <a:extLst>
              <a:ext uri="{FF2B5EF4-FFF2-40B4-BE49-F238E27FC236}">
                <a16:creationId xmlns:a16="http://schemas.microsoft.com/office/drawing/2014/main" id="{7FAE1316-8748-F3E0-6E12-6241D97A4890}"/>
              </a:ext>
            </a:extLst>
          </p:cNvPr>
          <p:cNvSpPr/>
          <p:nvPr/>
        </p:nvSpPr>
        <p:spPr>
          <a:xfrm>
            <a:off x="2793633" y="55414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9" name="正方形/長方形 1118">
            <a:extLst>
              <a:ext uri="{FF2B5EF4-FFF2-40B4-BE49-F238E27FC236}">
                <a16:creationId xmlns:a16="http://schemas.microsoft.com/office/drawing/2014/main" id="{F590932F-D1D5-EFD0-6334-0224EB3468E1}"/>
              </a:ext>
            </a:extLst>
          </p:cNvPr>
          <p:cNvSpPr/>
          <p:nvPr/>
        </p:nvSpPr>
        <p:spPr>
          <a:xfrm>
            <a:off x="2635751" y="463489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0" name="正方形/長方形 1119">
            <a:extLst>
              <a:ext uri="{FF2B5EF4-FFF2-40B4-BE49-F238E27FC236}">
                <a16:creationId xmlns:a16="http://schemas.microsoft.com/office/drawing/2014/main" id="{6179C49F-8625-AFA4-ECBF-0482232D7EEF}"/>
              </a:ext>
            </a:extLst>
          </p:cNvPr>
          <p:cNvSpPr/>
          <p:nvPr/>
        </p:nvSpPr>
        <p:spPr>
          <a:xfrm>
            <a:off x="2635751" y="55414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1" name="正方形/長方形 1120">
            <a:extLst>
              <a:ext uri="{FF2B5EF4-FFF2-40B4-BE49-F238E27FC236}">
                <a16:creationId xmlns:a16="http://schemas.microsoft.com/office/drawing/2014/main" id="{3240F5AC-85CD-51DD-6FAA-2FDD0499C07A}"/>
              </a:ext>
            </a:extLst>
          </p:cNvPr>
          <p:cNvSpPr/>
          <p:nvPr/>
        </p:nvSpPr>
        <p:spPr>
          <a:xfrm>
            <a:off x="2984407" y="554147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2" name="正方形/長方形 1121">
            <a:extLst>
              <a:ext uri="{FF2B5EF4-FFF2-40B4-BE49-F238E27FC236}">
                <a16:creationId xmlns:a16="http://schemas.microsoft.com/office/drawing/2014/main" id="{2D547376-C5C3-4B33-B934-776140D80A32}"/>
              </a:ext>
            </a:extLst>
          </p:cNvPr>
          <p:cNvSpPr/>
          <p:nvPr/>
        </p:nvSpPr>
        <p:spPr>
          <a:xfrm>
            <a:off x="2769222" y="246045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3" name="正方形/長方形 1122">
            <a:extLst>
              <a:ext uri="{FF2B5EF4-FFF2-40B4-BE49-F238E27FC236}">
                <a16:creationId xmlns:a16="http://schemas.microsoft.com/office/drawing/2014/main" id="{00409EDA-2D79-F6A7-434C-0D8AEFF693BF}"/>
              </a:ext>
            </a:extLst>
          </p:cNvPr>
          <p:cNvSpPr/>
          <p:nvPr/>
        </p:nvSpPr>
        <p:spPr>
          <a:xfrm>
            <a:off x="2924651" y="246044"/>
            <a:ext cx="138697" cy="9829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4" name="正方形/長方形 1123">
            <a:extLst>
              <a:ext uri="{FF2B5EF4-FFF2-40B4-BE49-F238E27FC236}">
                <a16:creationId xmlns:a16="http://schemas.microsoft.com/office/drawing/2014/main" id="{EA1847EB-EE4B-5849-2243-C177A8FEAFAB}"/>
              </a:ext>
            </a:extLst>
          </p:cNvPr>
          <p:cNvSpPr/>
          <p:nvPr/>
        </p:nvSpPr>
        <p:spPr>
          <a:xfrm>
            <a:off x="2685539" y="246044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5" name="正方形/長方形 1124">
            <a:extLst>
              <a:ext uri="{FF2B5EF4-FFF2-40B4-BE49-F238E27FC236}">
                <a16:creationId xmlns:a16="http://schemas.microsoft.com/office/drawing/2014/main" id="{A5F1132F-9EB2-D66B-D7EE-60A13C6ACF2C}"/>
              </a:ext>
            </a:extLst>
          </p:cNvPr>
          <p:cNvSpPr/>
          <p:nvPr/>
        </p:nvSpPr>
        <p:spPr>
          <a:xfrm>
            <a:off x="3112441" y="246044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6" name="正方形/長方形 1125">
            <a:extLst>
              <a:ext uri="{FF2B5EF4-FFF2-40B4-BE49-F238E27FC236}">
                <a16:creationId xmlns:a16="http://schemas.microsoft.com/office/drawing/2014/main" id="{53AE9DCD-E185-B054-3C06-C7D1E671EA11}"/>
              </a:ext>
            </a:extLst>
          </p:cNvPr>
          <p:cNvSpPr/>
          <p:nvPr/>
        </p:nvSpPr>
        <p:spPr>
          <a:xfrm>
            <a:off x="2943551" y="89330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7" name="正方形/長方形 1126">
            <a:extLst>
              <a:ext uri="{FF2B5EF4-FFF2-40B4-BE49-F238E27FC236}">
                <a16:creationId xmlns:a16="http://schemas.microsoft.com/office/drawing/2014/main" id="{34060BB2-C074-7713-961C-601EBF620BC9}"/>
              </a:ext>
            </a:extLst>
          </p:cNvPr>
          <p:cNvSpPr/>
          <p:nvPr/>
        </p:nvSpPr>
        <p:spPr>
          <a:xfrm>
            <a:off x="3529484" y="876489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8" name="正方形/長方形 1127">
            <a:extLst>
              <a:ext uri="{FF2B5EF4-FFF2-40B4-BE49-F238E27FC236}">
                <a16:creationId xmlns:a16="http://schemas.microsoft.com/office/drawing/2014/main" id="{0096CB00-97D1-E44E-A269-B617DAD96B84}"/>
              </a:ext>
            </a:extLst>
          </p:cNvPr>
          <p:cNvSpPr/>
          <p:nvPr/>
        </p:nvSpPr>
        <p:spPr>
          <a:xfrm>
            <a:off x="3608425" y="876489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9" name="正方形/長方形 1128">
            <a:extLst>
              <a:ext uri="{FF2B5EF4-FFF2-40B4-BE49-F238E27FC236}">
                <a16:creationId xmlns:a16="http://schemas.microsoft.com/office/drawing/2014/main" id="{7381324B-4634-0798-89BA-1E094527DC7A}"/>
              </a:ext>
            </a:extLst>
          </p:cNvPr>
          <p:cNvSpPr/>
          <p:nvPr/>
        </p:nvSpPr>
        <p:spPr>
          <a:xfrm>
            <a:off x="3608425" y="87648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0" name="正方形/長方形 1129">
            <a:extLst>
              <a:ext uri="{FF2B5EF4-FFF2-40B4-BE49-F238E27FC236}">
                <a16:creationId xmlns:a16="http://schemas.microsoft.com/office/drawing/2014/main" id="{84F61C46-2C87-C084-9BD3-545B23B392B9}"/>
              </a:ext>
            </a:extLst>
          </p:cNvPr>
          <p:cNvSpPr/>
          <p:nvPr/>
        </p:nvSpPr>
        <p:spPr>
          <a:xfrm>
            <a:off x="3450543" y="785831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1" name="正方形/長方形 1130">
            <a:extLst>
              <a:ext uri="{FF2B5EF4-FFF2-40B4-BE49-F238E27FC236}">
                <a16:creationId xmlns:a16="http://schemas.microsoft.com/office/drawing/2014/main" id="{480122ED-3DC0-14E5-1474-622E608F21A5}"/>
              </a:ext>
            </a:extLst>
          </p:cNvPr>
          <p:cNvSpPr/>
          <p:nvPr/>
        </p:nvSpPr>
        <p:spPr>
          <a:xfrm>
            <a:off x="3450543" y="87648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2" name="正方形/長方形 1131">
            <a:extLst>
              <a:ext uri="{FF2B5EF4-FFF2-40B4-BE49-F238E27FC236}">
                <a16:creationId xmlns:a16="http://schemas.microsoft.com/office/drawing/2014/main" id="{4218B046-DF1B-D020-0BF4-80DB9052DD5F}"/>
              </a:ext>
            </a:extLst>
          </p:cNvPr>
          <p:cNvSpPr/>
          <p:nvPr/>
        </p:nvSpPr>
        <p:spPr>
          <a:xfrm>
            <a:off x="3799199" y="876489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3" name="正方形/長方形 1132">
            <a:extLst>
              <a:ext uri="{FF2B5EF4-FFF2-40B4-BE49-F238E27FC236}">
                <a16:creationId xmlns:a16="http://schemas.microsoft.com/office/drawing/2014/main" id="{36B9BB0B-F53B-4C98-2A46-DF4353D0FB51}"/>
              </a:ext>
            </a:extLst>
          </p:cNvPr>
          <p:cNvSpPr/>
          <p:nvPr/>
        </p:nvSpPr>
        <p:spPr>
          <a:xfrm>
            <a:off x="3584014" y="568387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4" name="正方形/長方形 1133">
            <a:extLst>
              <a:ext uri="{FF2B5EF4-FFF2-40B4-BE49-F238E27FC236}">
                <a16:creationId xmlns:a16="http://schemas.microsoft.com/office/drawing/2014/main" id="{6CCD80CB-14D1-02DB-3F31-2A1EB08EDA2E}"/>
              </a:ext>
            </a:extLst>
          </p:cNvPr>
          <p:cNvSpPr/>
          <p:nvPr/>
        </p:nvSpPr>
        <p:spPr>
          <a:xfrm>
            <a:off x="3739443" y="568386"/>
            <a:ext cx="209494" cy="96578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5" name="正方形/長方形 1134">
            <a:extLst>
              <a:ext uri="{FF2B5EF4-FFF2-40B4-BE49-F238E27FC236}">
                <a16:creationId xmlns:a16="http://schemas.microsoft.com/office/drawing/2014/main" id="{991D11F6-987D-C1B0-7319-C616BB4A253D}"/>
              </a:ext>
            </a:extLst>
          </p:cNvPr>
          <p:cNvSpPr/>
          <p:nvPr/>
        </p:nvSpPr>
        <p:spPr>
          <a:xfrm>
            <a:off x="3500331" y="568386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6" name="正方形/長方形 1135">
            <a:extLst>
              <a:ext uri="{FF2B5EF4-FFF2-40B4-BE49-F238E27FC236}">
                <a16:creationId xmlns:a16="http://schemas.microsoft.com/office/drawing/2014/main" id="{FF22F810-86E3-E6DA-37BD-F765C02F034B}"/>
              </a:ext>
            </a:extLst>
          </p:cNvPr>
          <p:cNvSpPr/>
          <p:nvPr/>
        </p:nvSpPr>
        <p:spPr>
          <a:xfrm>
            <a:off x="3794621" y="405089"/>
            <a:ext cx="80326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7" name="正方形/長方形 1136">
            <a:extLst>
              <a:ext uri="{FF2B5EF4-FFF2-40B4-BE49-F238E27FC236}">
                <a16:creationId xmlns:a16="http://schemas.microsoft.com/office/drawing/2014/main" id="{4C70DE11-BDBC-65F7-0A2F-E26A94FAD73A}"/>
              </a:ext>
            </a:extLst>
          </p:cNvPr>
          <p:cNvSpPr/>
          <p:nvPr/>
        </p:nvSpPr>
        <p:spPr>
          <a:xfrm>
            <a:off x="4212634" y="2260322"/>
            <a:ext cx="78941" cy="644685"/>
          </a:xfrm>
          <a:prstGeom prst="rect">
            <a:avLst/>
          </a:prstGeom>
          <a:solidFill>
            <a:srgbClr val="6F71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8" name="正方形/長方形 1137">
            <a:extLst>
              <a:ext uri="{FF2B5EF4-FFF2-40B4-BE49-F238E27FC236}">
                <a16:creationId xmlns:a16="http://schemas.microsoft.com/office/drawing/2014/main" id="{9128D167-C0C8-3932-E1DB-210DBEC14490}"/>
              </a:ext>
            </a:extLst>
          </p:cNvPr>
          <p:cNvSpPr/>
          <p:nvPr/>
        </p:nvSpPr>
        <p:spPr>
          <a:xfrm>
            <a:off x="4291575" y="2260322"/>
            <a:ext cx="190774" cy="6446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9" name="正方形/長方形 1138">
            <a:extLst>
              <a:ext uri="{FF2B5EF4-FFF2-40B4-BE49-F238E27FC236}">
                <a16:creationId xmlns:a16="http://schemas.microsoft.com/office/drawing/2014/main" id="{16A9B021-1CB2-E259-0BE9-6ECF3CE5BB23}"/>
              </a:ext>
            </a:extLst>
          </p:cNvPr>
          <p:cNvSpPr/>
          <p:nvPr/>
        </p:nvSpPr>
        <p:spPr>
          <a:xfrm>
            <a:off x="4291575" y="2260322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0" name="正方形/長方形 1139">
            <a:extLst>
              <a:ext uri="{FF2B5EF4-FFF2-40B4-BE49-F238E27FC236}">
                <a16:creationId xmlns:a16="http://schemas.microsoft.com/office/drawing/2014/main" id="{1A161ACD-3F88-1320-D3FA-0EADABB74268}"/>
              </a:ext>
            </a:extLst>
          </p:cNvPr>
          <p:cNvSpPr/>
          <p:nvPr/>
        </p:nvSpPr>
        <p:spPr>
          <a:xfrm>
            <a:off x="4133693" y="2169664"/>
            <a:ext cx="427597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1" name="正方形/長方形 1140">
            <a:extLst>
              <a:ext uri="{FF2B5EF4-FFF2-40B4-BE49-F238E27FC236}">
                <a16:creationId xmlns:a16="http://schemas.microsoft.com/office/drawing/2014/main" id="{2844ECB6-1969-23B5-FC45-28DECC5435CE}"/>
              </a:ext>
            </a:extLst>
          </p:cNvPr>
          <p:cNvSpPr/>
          <p:nvPr/>
        </p:nvSpPr>
        <p:spPr>
          <a:xfrm>
            <a:off x="4133693" y="2260322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2" name="正方形/長方形 1141">
            <a:extLst>
              <a:ext uri="{FF2B5EF4-FFF2-40B4-BE49-F238E27FC236}">
                <a16:creationId xmlns:a16="http://schemas.microsoft.com/office/drawing/2014/main" id="{2BD75C88-EF03-09F3-8ECE-1D1671B3AE06}"/>
              </a:ext>
            </a:extLst>
          </p:cNvPr>
          <p:cNvSpPr/>
          <p:nvPr/>
        </p:nvSpPr>
        <p:spPr>
          <a:xfrm>
            <a:off x="4482349" y="2260322"/>
            <a:ext cx="78941" cy="90658"/>
          </a:xfrm>
          <a:prstGeom prst="rect">
            <a:avLst/>
          </a:prstGeom>
          <a:solidFill>
            <a:srgbClr val="9B9D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3" name="正方形/長方形 1142">
            <a:extLst>
              <a:ext uri="{FF2B5EF4-FFF2-40B4-BE49-F238E27FC236}">
                <a16:creationId xmlns:a16="http://schemas.microsoft.com/office/drawing/2014/main" id="{513D20BC-CD84-42C6-F122-846E4D9FE9E9}"/>
              </a:ext>
            </a:extLst>
          </p:cNvPr>
          <p:cNvSpPr/>
          <p:nvPr/>
        </p:nvSpPr>
        <p:spPr>
          <a:xfrm>
            <a:off x="4267164" y="1952220"/>
            <a:ext cx="152645" cy="96578"/>
          </a:xfrm>
          <a:prstGeom prst="rect">
            <a:avLst/>
          </a:prstGeom>
          <a:solidFill>
            <a:srgbClr val="ECF9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4" name="正方形/長方形 1143">
            <a:extLst>
              <a:ext uri="{FF2B5EF4-FFF2-40B4-BE49-F238E27FC236}">
                <a16:creationId xmlns:a16="http://schemas.microsoft.com/office/drawing/2014/main" id="{A33C10E2-697D-56A3-B83B-6BC54AFF2C52}"/>
              </a:ext>
            </a:extLst>
          </p:cNvPr>
          <p:cNvSpPr/>
          <p:nvPr/>
        </p:nvSpPr>
        <p:spPr>
          <a:xfrm>
            <a:off x="4422593" y="1952219"/>
            <a:ext cx="151692" cy="8932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5" name="正方形/長方形 1144">
            <a:extLst>
              <a:ext uri="{FF2B5EF4-FFF2-40B4-BE49-F238E27FC236}">
                <a16:creationId xmlns:a16="http://schemas.microsoft.com/office/drawing/2014/main" id="{E78FC601-198B-9A11-7043-AC20795234F3}"/>
              </a:ext>
            </a:extLst>
          </p:cNvPr>
          <p:cNvSpPr/>
          <p:nvPr/>
        </p:nvSpPr>
        <p:spPr>
          <a:xfrm>
            <a:off x="4183481" y="1952219"/>
            <a:ext cx="83338" cy="96579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6" name="正方形/長方形 1145">
            <a:extLst>
              <a:ext uri="{FF2B5EF4-FFF2-40B4-BE49-F238E27FC236}">
                <a16:creationId xmlns:a16="http://schemas.microsoft.com/office/drawing/2014/main" id="{3906E432-8810-260C-14E5-A710FC9947AE}"/>
              </a:ext>
            </a:extLst>
          </p:cNvPr>
          <p:cNvSpPr/>
          <p:nvPr/>
        </p:nvSpPr>
        <p:spPr>
          <a:xfrm>
            <a:off x="4262291" y="1835728"/>
            <a:ext cx="201816" cy="116381"/>
          </a:xfrm>
          <a:prstGeom prst="rect">
            <a:avLst/>
          </a:prstGeom>
          <a:solidFill>
            <a:srgbClr val="DF5D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49" name="図 1148">
            <a:extLst>
              <a:ext uri="{FF2B5EF4-FFF2-40B4-BE49-F238E27FC236}">
                <a16:creationId xmlns:a16="http://schemas.microsoft.com/office/drawing/2014/main" id="{AE0D0895-7C79-65F5-6FE6-4DCF71F73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000" y="4335161"/>
            <a:ext cx="431800" cy="1346200"/>
          </a:xfrm>
          <a:prstGeom prst="rect">
            <a:avLst/>
          </a:prstGeom>
        </p:spPr>
      </p:pic>
      <p:pic>
        <p:nvPicPr>
          <p:cNvPr id="1151" name="図 1150">
            <a:extLst>
              <a:ext uri="{FF2B5EF4-FFF2-40B4-BE49-F238E27FC236}">
                <a16:creationId xmlns:a16="http://schemas.microsoft.com/office/drawing/2014/main" id="{82876BD8-4FFC-DA18-5957-DBE652342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000" y="4487561"/>
            <a:ext cx="431800" cy="1193800"/>
          </a:xfrm>
          <a:prstGeom prst="rect">
            <a:avLst/>
          </a:prstGeom>
        </p:spPr>
      </p:pic>
      <p:pic>
        <p:nvPicPr>
          <p:cNvPr id="1153" name="図 1152">
            <a:extLst>
              <a:ext uri="{FF2B5EF4-FFF2-40B4-BE49-F238E27FC236}">
                <a16:creationId xmlns:a16="http://schemas.microsoft.com/office/drawing/2014/main" id="{ACF479CA-6FC1-47DD-2131-34DED6AC40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000" y="4576461"/>
            <a:ext cx="431800" cy="1104900"/>
          </a:xfrm>
          <a:prstGeom prst="rect">
            <a:avLst/>
          </a:prstGeom>
        </p:spPr>
      </p:pic>
      <p:pic>
        <p:nvPicPr>
          <p:cNvPr id="1155" name="図 1154">
            <a:extLst>
              <a:ext uri="{FF2B5EF4-FFF2-40B4-BE49-F238E27FC236}">
                <a16:creationId xmlns:a16="http://schemas.microsoft.com/office/drawing/2014/main" id="{F6FEE57B-DFE4-FAAA-3153-CE00A3DEB3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000" y="4639961"/>
            <a:ext cx="419100" cy="1041400"/>
          </a:xfrm>
          <a:prstGeom prst="rect">
            <a:avLst/>
          </a:prstGeom>
        </p:spPr>
      </p:pic>
      <p:pic>
        <p:nvPicPr>
          <p:cNvPr id="1157" name="図 1156">
            <a:extLst>
              <a:ext uri="{FF2B5EF4-FFF2-40B4-BE49-F238E27FC236}">
                <a16:creationId xmlns:a16="http://schemas.microsoft.com/office/drawing/2014/main" id="{0D2CEF06-0097-26FA-D0A4-78EA0A41D2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0" y="4728861"/>
            <a:ext cx="431800" cy="952500"/>
          </a:xfrm>
          <a:prstGeom prst="rect">
            <a:avLst/>
          </a:prstGeom>
        </p:spPr>
      </p:pic>
      <p:pic>
        <p:nvPicPr>
          <p:cNvPr id="1159" name="図 1158">
            <a:extLst>
              <a:ext uri="{FF2B5EF4-FFF2-40B4-BE49-F238E27FC236}">
                <a16:creationId xmlns:a16="http://schemas.microsoft.com/office/drawing/2014/main" id="{DEE18989-3B9C-FB63-698C-DE64D6839E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0000" y="4566936"/>
            <a:ext cx="558800" cy="1117600"/>
          </a:xfrm>
          <a:prstGeom prst="rect">
            <a:avLst/>
          </a:prstGeom>
        </p:spPr>
      </p:pic>
      <p:pic>
        <p:nvPicPr>
          <p:cNvPr id="1161" name="図 1160">
            <a:extLst>
              <a:ext uri="{FF2B5EF4-FFF2-40B4-BE49-F238E27FC236}">
                <a16:creationId xmlns:a16="http://schemas.microsoft.com/office/drawing/2014/main" id="{B08B30B5-6B15-B875-8F98-0B01C8E58A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000" y="4563761"/>
            <a:ext cx="495300" cy="1117600"/>
          </a:xfrm>
          <a:prstGeom prst="rect">
            <a:avLst/>
          </a:prstGeom>
        </p:spPr>
      </p:pic>
      <p:pic>
        <p:nvPicPr>
          <p:cNvPr id="1163" name="図 1162">
            <a:extLst>
              <a:ext uri="{FF2B5EF4-FFF2-40B4-BE49-F238E27FC236}">
                <a16:creationId xmlns:a16="http://schemas.microsoft.com/office/drawing/2014/main" id="{A750DC33-3C47-5888-4C4E-830C2D1437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0000" y="4614561"/>
            <a:ext cx="457200" cy="10668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0E4F5C-0AFF-62FF-9D42-F95B4444D6E4}"/>
              </a:ext>
            </a:extLst>
          </p:cNvPr>
          <p:cNvSpPr/>
          <p:nvPr/>
        </p:nvSpPr>
        <p:spPr>
          <a:xfrm>
            <a:off x="9175134" y="1242865"/>
            <a:ext cx="2585545" cy="6646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325416-A2DB-DB18-9503-CF581436FC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7371" y="1106539"/>
            <a:ext cx="822790" cy="82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7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39BB9-F4DF-4BC1-3F18-8A32FDF12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6F0C31-DC63-D2E8-927D-F869291C97CA}"/>
              </a:ext>
            </a:extLst>
          </p:cNvPr>
          <p:cNvSpPr/>
          <p:nvPr/>
        </p:nvSpPr>
        <p:spPr>
          <a:xfrm>
            <a:off x="1300293" y="1635854"/>
            <a:ext cx="4068661" cy="3363985"/>
          </a:xfrm>
          <a:prstGeom prst="rect">
            <a:avLst/>
          </a:prstGeom>
          <a:gradFill>
            <a:gsLst>
              <a:gs pos="100000">
                <a:srgbClr val="868686"/>
              </a:gs>
              <a:gs pos="0">
                <a:srgbClr val="8E8E8E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勾玉">
            <a:extLst>
              <a:ext uri="{FF2B5EF4-FFF2-40B4-BE49-F238E27FC236}">
                <a16:creationId xmlns:a16="http://schemas.microsoft.com/office/drawing/2014/main" id="{644DDDBD-E704-570F-C905-4B2E2919D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564" y="1046375"/>
            <a:ext cx="4133654" cy="413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433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C0F5B-6B24-A729-38C8-81915F49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迫真空手部背景素材 / 砂鉄 さんのイラスト - ニコニコ静画(イラスト)">
            <a:extLst>
              <a:ext uri="{FF2B5EF4-FFF2-40B4-BE49-F238E27FC236}">
                <a16:creationId xmlns:a16="http://schemas.microsoft.com/office/drawing/2014/main" id="{B3E1C014-4CA4-1C37-2070-DDB2C940D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463" y="0"/>
            <a:ext cx="4762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5D13D5A-8AD0-0E97-76C2-FE3BE1CDC009}"/>
              </a:ext>
            </a:extLst>
          </p:cNvPr>
          <p:cNvSpPr/>
          <p:nvPr/>
        </p:nvSpPr>
        <p:spPr>
          <a:xfrm>
            <a:off x="7000240" y="0"/>
            <a:ext cx="2722880" cy="6380480"/>
          </a:xfrm>
          <a:prstGeom prst="rect">
            <a:avLst/>
          </a:prstGeom>
          <a:solidFill>
            <a:srgbClr val="9E92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和室に合う塗り壁の色の選び方 | カビ・結露で一生悩まないための床壁天井ブログ｜アトピッコハウス">
            <a:extLst>
              <a:ext uri="{FF2B5EF4-FFF2-40B4-BE49-F238E27FC236}">
                <a16:creationId xmlns:a16="http://schemas.microsoft.com/office/drawing/2014/main" id="{1CC29478-8212-74B1-EB25-CBD40743AB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1"/>
          <a:stretch/>
        </p:blipFill>
        <p:spPr bwMode="auto">
          <a:xfrm>
            <a:off x="0" y="2413000"/>
            <a:ext cx="6423754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0F69D3-F1B1-94FF-4BF6-7A4A6D291024}"/>
              </a:ext>
            </a:extLst>
          </p:cNvPr>
          <p:cNvSpPr/>
          <p:nvPr/>
        </p:nvSpPr>
        <p:spPr>
          <a:xfrm>
            <a:off x="7000240" y="477520"/>
            <a:ext cx="2722880" cy="5252720"/>
          </a:xfrm>
          <a:prstGeom prst="rect">
            <a:avLst/>
          </a:prstGeom>
          <a:solidFill>
            <a:srgbClr val="6A60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25137-22CA-9188-883B-7705F894345B}"/>
              </a:ext>
            </a:extLst>
          </p:cNvPr>
          <p:cNvSpPr/>
          <p:nvPr/>
        </p:nvSpPr>
        <p:spPr>
          <a:xfrm>
            <a:off x="7000240" y="904240"/>
            <a:ext cx="2722880" cy="431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B7A4C-F17E-6A34-8483-8D8CABE39358}"/>
              </a:ext>
            </a:extLst>
          </p:cNvPr>
          <p:cNvSpPr txBox="1"/>
          <p:nvPr/>
        </p:nvSpPr>
        <p:spPr>
          <a:xfrm>
            <a:off x="7751277" y="1407620"/>
            <a:ext cx="9956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0" dirty="0">
                <a:latin typeface="玉ねぎ楷書無料版v1.06" panose="02000600000000000000" pitchFamily="2" charset="-128"/>
                <a:ea typeface="玉ねぎ楷書無料版v1.06" panose="02000600000000000000" pitchFamily="2" charset="-128"/>
              </a:rPr>
              <a:t>根性</a:t>
            </a:r>
            <a:endParaRPr kumimoji="1" lang="en-US" altLang="ja-JP" sz="10000" dirty="0">
              <a:latin typeface="玉ねぎ楷書無料版v1.06" panose="02000600000000000000" pitchFamily="2" charset="-128"/>
              <a:ea typeface="玉ねぎ楷書無料版v1.06" panose="02000600000000000000" pitchFamily="2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6548A-EB9B-5944-E3D6-FB35B35C8A92}"/>
              </a:ext>
            </a:extLst>
          </p:cNvPr>
          <p:cNvSpPr txBox="1"/>
          <p:nvPr/>
        </p:nvSpPr>
        <p:spPr>
          <a:xfrm>
            <a:off x="7167680" y="1997839"/>
            <a:ext cx="4161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500" dirty="0">
                <a:latin typeface="玉ねぎ楷書無料版v1.06" panose="02000600000000000000" pitchFamily="2" charset="-128"/>
                <a:ea typeface="玉ねぎ楷書無料版v1.06" panose="02000600000000000000" pitchFamily="2" charset="-128"/>
              </a:rPr>
              <a:t>背景空手部なの気付いた？</a:t>
            </a:r>
          </a:p>
        </p:txBody>
      </p:sp>
    </p:spTree>
    <p:extLst>
      <p:ext uri="{BB962C8B-B14F-4D97-AF65-F5344CB8AC3E}">
        <p14:creationId xmlns:p14="http://schemas.microsoft.com/office/powerpoint/2010/main" val="29609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49924-C6E4-B621-EA25-192BA89C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迫真空手部背景素材 / 砂鉄 さんのイラスト - ニコニコ静画(イラスト)">
            <a:extLst>
              <a:ext uri="{FF2B5EF4-FFF2-40B4-BE49-F238E27FC236}">
                <a16:creationId xmlns:a16="http://schemas.microsoft.com/office/drawing/2014/main" id="{47327B10-A655-8902-FB08-982F52675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463" y="0"/>
            <a:ext cx="4762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和室に合う塗り壁の色の選び方 | カビ・結露で一生悩まないための床壁天井ブログ｜アトピッコハウス">
            <a:extLst>
              <a:ext uri="{FF2B5EF4-FFF2-40B4-BE49-F238E27FC236}">
                <a16:creationId xmlns:a16="http://schemas.microsoft.com/office/drawing/2014/main" id="{CF8CEE0E-FEF8-34DB-32F5-86C82F9A5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1"/>
          <a:stretch/>
        </p:blipFill>
        <p:spPr bwMode="auto">
          <a:xfrm>
            <a:off x="-327754" y="3327400"/>
            <a:ext cx="6423754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空手部 - ニコニ・コモンズ">
            <a:extLst>
              <a:ext uri="{FF2B5EF4-FFF2-40B4-BE49-F238E27FC236}">
                <a16:creationId xmlns:a16="http://schemas.microsoft.com/office/drawing/2014/main" id="{E563AE81-D4DA-52B5-5D64-7A62DE1B8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6" b="23200"/>
          <a:stretch/>
        </p:blipFill>
        <p:spPr bwMode="auto">
          <a:xfrm>
            <a:off x="611806" y="599834"/>
            <a:ext cx="4762499" cy="260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3CFFA3-6481-35DB-6BC4-0DC592FE9E55}"/>
              </a:ext>
            </a:extLst>
          </p:cNvPr>
          <p:cNvSpPr/>
          <p:nvPr/>
        </p:nvSpPr>
        <p:spPr>
          <a:xfrm>
            <a:off x="6364862" y="103731"/>
            <a:ext cx="4028771" cy="2959793"/>
          </a:xfrm>
          <a:prstGeom prst="rect">
            <a:avLst/>
          </a:prstGeom>
          <a:gradFill>
            <a:gsLst>
              <a:gs pos="18000">
                <a:srgbClr val="413326"/>
              </a:gs>
              <a:gs pos="36000">
                <a:srgbClr val="473C37"/>
              </a:gs>
              <a:gs pos="35000">
                <a:srgbClr val="4F4641"/>
              </a:gs>
              <a:gs pos="79746">
                <a:srgbClr val="443933"/>
              </a:gs>
              <a:gs pos="100000">
                <a:srgbClr val="362F2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404E2-241C-3305-9040-C9A2D36F94F6}"/>
              </a:ext>
            </a:extLst>
          </p:cNvPr>
          <p:cNvSpPr/>
          <p:nvPr/>
        </p:nvSpPr>
        <p:spPr>
          <a:xfrm>
            <a:off x="6479163" y="258207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0533-1AFC-7B64-DD82-3C5EE4E421ED}"/>
              </a:ext>
            </a:extLst>
          </p:cNvPr>
          <p:cNvSpPr/>
          <p:nvPr/>
        </p:nvSpPr>
        <p:spPr>
          <a:xfrm>
            <a:off x="6479163" y="930036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15F594-5ACF-FE73-579C-D2D9F4A310A3}"/>
              </a:ext>
            </a:extLst>
          </p:cNvPr>
          <p:cNvSpPr/>
          <p:nvPr/>
        </p:nvSpPr>
        <p:spPr>
          <a:xfrm>
            <a:off x="6479163" y="1601865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98665-3B41-DDF6-6FBB-5F12532106C9}"/>
              </a:ext>
            </a:extLst>
          </p:cNvPr>
          <p:cNvSpPr/>
          <p:nvPr/>
        </p:nvSpPr>
        <p:spPr>
          <a:xfrm>
            <a:off x="6479163" y="2273694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B74E9-6B7A-4A91-D61B-090533ADEA95}"/>
              </a:ext>
            </a:extLst>
          </p:cNvPr>
          <p:cNvSpPr/>
          <p:nvPr/>
        </p:nvSpPr>
        <p:spPr>
          <a:xfrm>
            <a:off x="8397888" y="258207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3A6C0C-6C84-48CD-A786-D1392E5B34D9}"/>
              </a:ext>
            </a:extLst>
          </p:cNvPr>
          <p:cNvSpPr/>
          <p:nvPr/>
        </p:nvSpPr>
        <p:spPr>
          <a:xfrm>
            <a:off x="8397888" y="930036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F1B154-FCA9-BBF2-3C01-AE51D7C15880}"/>
              </a:ext>
            </a:extLst>
          </p:cNvPr>
          <p:cNvSpPr/>
          <p:nvPr/>
        </p:nvSpPr>
        <p:spPr>
          <a:xfrm>
            <a:off x="8397888" y="1601865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064FE-D8DD-8DD7-10D4-3A4C40DF6DB4}"/>
              </a:ext>
            </a:extLst>
          </p:cNvPr>
          <p:cNvSpPr/>
          <p:nvPr/>
        </p:nvSpPr>
        <p:spPr>
          <a:xfrm>
            <a:off x="8397888" y="2273694"/>
            <a:ext cx="1804424" cy="603137"/>
          </a:xfrm>
          <a:prstGeom prst="rect">
            <a:avLst/>
          </a:prstGeom>
          <a:solidFill>
            <a:srgbClr val="8A8A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94DE2AD-6832-891B-BC2D-11231E779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18" y="3132216"/>
            <a:ext cx="3110509" cy="31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B5AD0EC-3478-28BE-4F85-4864142928A8}"/>
              </a:ext>
            </a:extLst>
          </p:cNvPr>
          <p:cNvSpPr/>
          <p:nvPr/>
        </p:nvSpPr>
        <p:spPr>
          <a:xfrm>
            <a:off x="6218217" y="6242725"/>
            <a:ext cx="3110509" cy="275661"/>
          </a:xfrm>
          <a:prstGeom prst="rect">
            <a:avLst/>
          </a:prstGeom>
          <a:solidFill>
            <a:srgbClr val="252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295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4C9E1-EA77-0E97-F490-D1DA91D8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迫真空手部背景素材 / 砂鉄 さんのイラスト - ニコニコ静画(イラスト)">
            <a:extLst>
              <a:ext uri="{FF2B5EF4-FFF2-40B4-BE49-F238E27FC236}">
                <a16:creationId xmlns:a16="http://schemas.microsoft.com/office/drawing/2014/main" id="{BDFFC9A4-7903-7092-A4CE-55641BDD2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463" y="0"/>
            <a:ext cx="4762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和室に合う塗り壁の色の選び方 | カビ・結露で一生悩まないための床壁天井ブログ｜アトピッコハウス">
            <a:extLst>
              <a:ext uri="{FF2B5EF4-FFF2-40B4-BE49-F238E27FC236}">
                <a16:creationId xmlns:a16="http://schemas.microsoft.com/office/drawing/2014/main" id="{51A05D01-BF3D-F7F6-C2FB-429AAFF44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01"/>
          <a:stretch/>
        </p:blipFill>
        <p:spPr bwMode="auto">
          <a:xfrm>
            <a:off x="-327754" y="3327400"/>
            <a:ext cx="6423754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空手部 - ニコニ・コモンズ">
            <a:extLst>
              <a:ext uri="{FF2B5EF4-FFF2-40B4-BE49-F238E27FC236}">
                <a16:creationId xmlns:a16="http://schemas.microsoft.com/office/drawing/2014/main" id="{6668A45C-77EE-E722-FA91-EEA140A66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6" b="23200"/>
          <a:stretch/>
        </p:blipFill>
        <p:spPr bwMode="auto">
          <a:xfrm>
            <a:off x="-94156" y="213360"/>
            <a:ext cx="5468461" cy="29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034511-8CF9-8307-FA90-4A3A7732D2C0}"/>
              </a:ext>
            </a:extLst>
          </p:cNvPr>
          <p:cNvSpPr/>
          <p:nvPr/>
        </p:nvSpPr>
        <p:spPr>
          <a:xfrm>
            <a:off x="6451120" y="602614"/>
            <a:ext cx="3981691" cy="5652771"/>
          </a:xfrm>
          <a:prstGeom prst="rect">
            <a:avLst/>
          </a:prstGeom>
          <a:gradFill>
            <a:gsLst>
              <a:gs pos="72000">
                <a:srgbClr val="B6C5DA"/>
              </a:gs>
              <a:gs pos="32000">
                <a:srgbClr val="BFCEE3"/>
              </a:gs>
              <a:gs pos="100000">
                <a:srgbClr val="6D7891"/>
              </a:gs>
              <a:gs pos="0">
                <a:srgbClr val="2A2E3D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 descr="障子のある和室（夜）イラスト - No: 22268264｜無料イラスト・フリー素材なら「イラストAC」">
            <a:extLst>
              <a:ext uri="{FF2B5EF4-FFF2-40B4-BE49-F238E27FC236}">
                <a16:creationId xmlns:a16="http://schemas.microsoft.com/office/drawing/2014/main" id="{0B53072F-604D-8FB2-1B7D-7FDDD3B66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954" y="602610"/>
            <a:ext cx="4862757" cy="36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B95F93-49D6-7502-BB0E-8E8B7D9C00C8}"/>
              </a:ext>
            </a:extLst>
          </p:cNvPr>
          <p:cNvSpPr/>
          <p:nvPr/>
        </p:nvSpPr>
        <p:spPr>
          <a:xfrm>
            <a:off x="6451119" y="1093469"/>
            <a:ext cx="3981691" cy="450851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9E35B-C755-45C0-5A43-84C0389AC826}"/>
              </a:ext>
            </a:extLst>
          </p:cNvPr>
          <p:cNvSpPr/>
          <p:nvPr/>
        </p:nvSpPr>
        <p:spPr>
          <a:xfrm>
            <a:off x="6451120" y="602614"/>
            <a:ext cx="242291" cy="5652771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8254E-70EA-601C-1ECE-6A251674944E}"/>
              </a:ext>
            </a:extLst>
          </p:cNvPr>
          <p:cNvSpPr/>
          <p:nvPr/>
        </p:nvSpPr>
        <p:spPr>
          <a:xfrm rot="5400000">
            <a:off x="8315371" y="1661271"/>
            <a:ext cx="253185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6F1F4C-3B8F-CA4E-B14F-67250C27EF44}"/>
              </a:ext>
            </a:extLst>
          </p:cNvPr>
          <p:cNvSpPr/>
          <p:nvPr/>
        </p:nvSpPr>
        <p:spPr>
          <a:xfrm rot="5400000">
            <a:off x="8419100" y="1239046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013955-3476-1FAD-34D6-E904C27C85F3}"/>
              </a:ext>
            </a:extLst>
          </p:cNvPr>
          <p:cNvSpPr/>
          <p:nvPr/>
        </p:nvSpPr>
        <p:spPr>
          <a:xfrm rot="5400000" flipH="1">
            <a:off x="8419102" y="-132998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AC6A65-0A8A-9979-D4A5-C7C8D79CEEE8}"/>
              </a:ext>
            </a:extLst>
          </p:cNvPr>
          <p:cNvSpPr/>
          <p:nvPr/>
        </p:nvSpPr>
        <p:spPr>
          <a:xfrm rot="5400000" flipH="1">
            <a:off x="8419099" y="306546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75D50D-E7C9-8A97-1F38-15C516B07740}"/>
              </a:ext>
            </a:extLst>
          </p:cNvPr>
          <p:cNvSpPr/>
          <p:nvPr/>
        </p:nvSpPr>
        <p:spPr>
          <a:xfrm rot="5400000" flipH="1">
            <a:off x="8419099" y="791812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69A760-5A16-1722-05BE-DB2565401B60}"/>
              </a:ext>
            </a:extLst>
          </p:cNvPr>
          <p:cNvSpPr/>
          <p:nvPr/>
        </p:nvSpPr>
        <p:spPr>
          <a:xfrm rot="5400000">
            <a:off x="8419098" y="-1042709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03C76A-CC5F-505E-465A-6D73A294F7A4}"/>
              </a:ext>
            </a:extLst>
          </p:cNvPr>
          <p:cNvSpPr/>
          <p:nvPr/>
        </p:nvSpPr>
        <p:spPr>
          <a:xfrm rot="5400000">
            <a:off x="8419098" y="2148686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0C1DDD-9310-5453-07BE-6DCD4C67DA49}"/>
              </a:ext>
            </a:extLst>
          </p:cNvPr>
          <p:cNvSpPr/>
          <p:nvPr/>
        </p:nvSpPr>
        <p:spPr>
          <a:xfrm rot="5400000">
            <a:off x="8419098" y="2542511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C7085C-1E2D-AFD3-1342-CBB93DFD5F8D}"/>
              </a:ext>
            </a:extLst>
          </p:cNvPr>
          <p:cNvSpPr/>
          <p:nvPr/>
        </p:nvSpPr>
        <p:spPr>
          <a:xfrm rot="5400000">
            <a:off x="8419097" y="2924617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FA5513-1A6E-6F37-7364-9469BB25837C}"/>
              </a:ext>
            </a:extLst>
          </p:cNvPr>
          <p:cNvSpPr/>
          <p:nvPr/>
        </p:nvSpPr>
        <p:spPr>
          <a:xfrm rot="5400000">
            <a:off x="8419096" y="3318442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2B6FCC-322C-5328-453E-998882DB29C3}"/>
              </a:ext>
            </a:extLst>
          </p:cNvPr>
          <p:cNvSpPr/>
          <p:nvPr/>
        </p:nvSpPr>
        <p:spPr>
          <a:xfrm rot="5400000">
            <a:off x="8419095" y="3700548"/>
            <a:ext cx="45719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78FF14-4FDC-DC8A-BD18-E1C2F23A8E0F}"/>
              </a:ext>
            </a:extLst>
          </p:cNvPr>
          <p:cNvSpPr/>
          <p:nvPr/>
        </p:nvSpPr>
        <p:spPr>
          <a:xfrm rot="5400000">
            <a:off x="8280622" y="4103213"/>
            <a:ext cx="322663" cy="3981690"/>
          </a:xfrm>
          <a:prstGeom prst="rect">
            <a:avLst/>
          </a:prstGeom>
          <a:gradFill>
            <a:gsLst>
              <a:gs pos="100000">
                <a:srgbClr val="302717"/>
              </a:gs>
              <a:gs pos="0">
                <a:srgbClr val="4D443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57F199-2503-1F96-AD66-738BE05696E2}"/>
              </a:ext>
            </a:extLst>
          </p:cNvPr>
          <p:cNvSpPr/>
          <p:nvPr/>
        </p:nvSpPr>
        <p:spPr>
          <a:xfrm>
            <a:off x="6451104" y="602610"/>
            <a:ext cx="242291" cy="691246"/>
          </a:xfrm>
          <a:prstGeom prst="rect">
            <a:avLst/>
          </a:prstGeom>
          <a:gradFill>
            <a:gsLst>
              <a:gs pos="100000">
                <a:srgbClr val="302717"/>
              </a:gs>
              <a:gs pos="0">
                <a:schemeClr val="tx1">
                  <a:lumMod val="95000"/>
                  <a:lumOff val="5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41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6FF066-457C-232A-58BA-0A64E11CF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202" y="255494"/>
            <a:ext cx="9617961" cy="631540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382F10E-5344-E297-56EE-8A6060130DF1}"/>
              </a:ext>
            </a:extLst>
          </p:cNvPr>
          <p:cNvSpPr/>
          <p:nvPr/>
        </p:nvSpPr>
        <p:spPr>
          <a:xfrm rot="16200000">
            <a:off x="1625230" y="2741330"/>
            <a:ext cx="6347012" cy="1375339"/>
          </a:xfrm>
          <a:prstGeom prst="rect">
            <a:avLst/>
          </a:prstGeom>
          <a:gradFill>
            <a:gsLst>
              <a:gs pos="59000">
                <a:srgbClr val="25201D"/>
              </a:gs>
              <a:gs pos="100000">
                <a:srgbClr val="25201D">
                  <a:alpha val="0"/>
                </a:srgbClr>
              </a:gs>
              <a:gs pos="0">
                <a:srgbClr val="25201D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53D992-C2C0-2BD8-6E1A-1D372B7B5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637" y="3870036"/>
            <a:ext cx="2049234" cy="15083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E4923F-571E-5154-8E7C-18AEA1DA5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854" y="1718923"/>
            <a:ext cx="1650066" cy="365944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2BC04E8-4F16-0EEE-BFB7-AAC65600897A}"/>
              </a:ext>
            </a:extLst>
          </p:cNvPr>
          <p:cNvSpPr/>
          <p:nvPr/>
        </p:nvSpPr>
        <p:spPr>
          <a:xfrm>
            <a:off x="431202" y="1182255"/>
            <a:ext cx="4658034" cy="101600"/>
          </a:xfrm>
          <a:prstGeom prst="rect">
            <a:avLst/>
          </a:prstGeom>
          <a:solidFill>
            <a:srgbClr val="453A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DB612A-AFF1-2B2C-2B7B-4883250B5947}"/>
              </a:ext>
            </a:extLst>
          </p:cNvPr>
          <p:cNvSpPr/>
          <p:nvPr/>
        </p:nvSpPr>
        <p:spPr>
          <a:xfrm>
            <a:off x="4906220" y="255494"/>
            <a:ext cx="183016" cy="926761"/>
          </a:xfrm>
          <a:prstGeom prst="rect">
            <a:avLst/>
          </a:prstGeom>
          <a:solidFill>
            <a:srgbClr val="453A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3AC608-52FE-0CAA-DBAC-5727765BCAC2}"/>
              </a:ext>
            </a:extLst>
          </p:cNvPr>
          <p:cNvSpPr/>
          <p:nvPr/>
        </p:nvSpPr>
        <p:spPr>
          <a:xfrm>
            <a:off x="431202" y="1283855"/>
            <a:ext cx="4658034" cy="1154545"/>
          </a:xfrm>
          <a:prstGeom prst="rect">
            <a:avLst/>
          </a:prstGeom>
          <a:gradFill>
            <a:gsLst>
              <a:gs pos="100000">
                <a:srgbClr val="25201D">
                  <a:alpha val="0"/>
                </a:srgbClr>
              </a:gs>
              <a:gs pos="0">
                <a:srgbClr val="25201D">
                  <a:alpha val="7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ABF6FC-50A4-E1EB-AE47-41D144DBCB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800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r="8712"/>
          <a:stretch/>
        </p:blipFill>
        <p:spPr>
          <a:xfrm>
            <a:off x="4636654" y="1283854"/>
            <a:ext cx="452581" cy="52870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219BCA6-751F-203C-B31C-6A962161F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0000"/>
                    </a14:imgEffect>
                  </a14:imgLayer>
                </a14:imgProps>
              </a:ext>
            </a:extLst>
          </a:blip>
          <a:srcRect r="55057" b="88239"/>
          <a:stretch/>
        </p:blipFill>
        <p:spPr>
          <a:xfrm>
            <a:off x="431202" y="287104"/>
            <a:ext cx="4475018" cy="86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22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41F69-01DF-2AD1-9527-B88D2923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8DED57F-FD23-B8EA-74CB-C26CC0BA2E21}"/>
              </a:ext>
            </a:extLst>
          </p:cNvPr>
          <p:cNvSpPr/>
          <p:nvPr/>
        </p:nvSpPr>
        <p:spPr>
          <a:xfrm>
            <a:off x="924044" y="888999"/>
            <a:ext cx="3475236" cy="5080002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44000">
                <a:srgbClr val="1A1C23">
                  <a:alpha val="30000"/>
                </a:srgbClr>
              </a:gs>
              <a:gs pos="0">
                <a:srgbClr val="2A2E3D">
                  <a:alpha val="0"/>
                </a:srgb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28B87-FE27-8F2E-6527-52BAA7CB72A3}"/>
              </a:ext>
            </a:extLst>
          </p:cNvPr>
          <p:cNvSpPr/>
          <p:nvPr/>
        </p:nvSpPr>
        <p:spPr>
          <a:xfrm rot="5400000">
            <a:off x="2493765" y="3932439"/>
            <a:ext cx="416560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65D40-4B9C-ACDB-FEFF-7D7E99737FE6}"/>
              </a:ext>
            </a:extLst>
          </p:cNvPr>
          <p:cNvSpPr/>
          <p:nvPr/>
        </p:nvSpPr>
        <p:spPr>
          <a:xfrm rot="5400000">
            <a:off x="2503923" y="-1035803"/>
            <a:ext cx="396243" cy="398169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38E621-658C-098B-37E2-2F9B7A930C3A}"/>
              </a:ext>
            </a:extLst>
          </p:cNvPr>
          <p:cNvSpPr/>
          <p:nvPr/>
        </p:nvSpPr>
        <p:spPr>
          <a:xfrm rot="5400000">
            <a:off x="-1615956" y="3215125"/>
            <a:ext cx="5080001" cy="42775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277987-4884-8BF2-1FD7-837D7860A03A}"/>
              </a:ext>
            </a:extLst>
          </p:cNvPr>
          <p:cNvSpPr/>
          <p:nvPr/>
        </p:nvSpPr>
        <p:spPr>
          <a:xfrm rot="5400000">
            <a:off x="1945126" y="3383798"/>
            <a:ext cx="4978398" cy="517130"/>
          </a:xfrm>
          <a:prstGeom prst="rect">
            <a:avLst/>
          </a:prstGeom>
          <a:solidFill>
            <a:srgbClr val="4D44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C8BCB-C2F4-772C-4E8C-06C010836FC3}"/>
              </a:ext>
            </a:extLst>
          </p:cNvPr>
          <p:cNvSpPr/>
          <p:nvPr/>
        </p:nvSpPr>
        <p:spPr>
          <a:xfrm>
            <a:off x="1137920" y="1153161"/>
            <a:ext cx="3036809" cy="4561839"/>
          </a:xfrm>
          <a:prstGeom prst="rect">
            <a:avLst/>
          </a:prstGeom>
          <a:noFill/>
          <a:ln w="635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779FA-A808-A1CB-2879-60972B3BD696}"/>
              </a:ext>
            </a:extLst>
          </p:cNvPr>
          <p:cNvSpPr/>
          <p:nvPr/>
        </p:nvSpPr>
        <p:spPr>
          <a:xfrm rot="5400000">
            <a:off x="2620765" y="522727"/>
            <a:ext cx="71117" cy="3120151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ACB54A-6EAA-B012-9163-859C285E3C3B}"/>
              </a:ext>
            </a:extLst>
          </p:cNvPr>
          <p:cNvSpPr/>
          <p:nvPr/>
        </p:nvSpPr>
        <p:spPr>
          <a:xfrm rot="5400000">
            <a:off x="796529" y="3890764"/>
            <a:ext cx="3657595" cy="61992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6A48C312-20E6-EA96-79BD-A2BA5EF05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18" y="889000"/>
            <a:ext cx="4084022" cy="535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A9EF426-288D-F54A-09D9-608C4992B6A5}"/>
              </a:ext>
            </a:extLst>
          </p:cNvPr>
          <p:cNvSpPr/>
          <p:nvPr/>
        </p:nvSpPr>
        <p:spPr>
          <a:xfrm>
            <a:off x="6218217" y="6242726"/>
            <a:ext cx="4084022" cy="275660"/>
          </a:xfrm>
          <a:prstGeom prst="rect">
            <a:avLst/>
          </a:prstGeom>
          <a:solidFill>
            <a:srgbClr val="2520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52229E-6723-EEE2-4AD8-EE82D2D38F5C}"/>
              </a:ext>
            </a:extLst>
          </p:cNvPr>
          <p:cNvSpPr/>
          <p:nvPr/>
        </p:nvSpPr>
        <p:spPr>
          <a:xfrm>
            <a:off x="7944606" y="1514005"/>
            <a:ext cx="1158240" cy="861774"/>
          </a:xfrm>
          <a:prstGeom prst="rect">
            <a:avLst/>
          </a:prstGeom>
          <a:solidFill>
            <a:srgbClr val="C8C9C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5A8F92-2728-19FA-A299-37C35B462C20}"/>
              </a:ext>
            </a:extLst>
          </p:cNvPr>
          <p:cNvSpPr txBox="1"/>
          <p:nvPr/>
        </p:nvSpPr>
        <p:spPr>
          <a:xfrm>
            <a:off x="8153917" y="1498761"/>
            <a:ext cx="9956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000" dirty="0">
                <a:latin typeface="玉ねぎ楷書無料版v1.06" panose="02000600000000000000" pitchFamily="2" charset="-128"/>
                <a:ea typeface="玉ねぎ楷書無料版v1.06" panose="02000600000000000000" pitchFamily="2" charset="-128"/>
              </a:rPr>
              <a:t>肉</a:t>
            </a:r>
            <a:endParaRPr kumimoji="1" lang="en-US" altLang="ja-JP" sz="5000" dirty="0">
              <a:latin typeface="玉ねぎ楷書無料版v1.06" panose="02000600000000000000" pitchFamily="2" charset="-128"/>
              <a:ea typeface="玉ねぎ楷書無料版v1.06" panose="02000600000000000000" pitchFamily="2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E4DFFB-D913-D219-88EA-22A905C66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98000"/>
                    </a14:imgEffect>
                    <a14:imgEffect>
                      <a14:colorTemperature colorTemp="6000"/>
                    </a14:imgEffect>
                    <a14:imgEffect>
                      <a14:saturation sat="50000"/>
                    </a14:imgEffect>
                    <a14:imgEffect>
                      <a14:brightnessContrast bright="-20000" contrast="-44000"/>
                    </a14:imgEffect>
                  </a14:imgLayer>
                </a14:imgProps>
              </a:ext>
            </a:extLst>
          </a:blip>
          <a:srcRect l="30242" r="16025"/>
          <a:stretch/>
        </p:blipFill>
        <p:spPr>
          <a:xfrm rot="5400000">
            <a:off x="7456939" y="2489959"/>
            <a:ext cx="1606577" cy="2001521"/>
          </a:xfrm>
          <a:prstGeom prst="rect">
            <a:avLst/>
          </a:prstGeom>
          <a:ln w="88900">
            <a:solidFill>
              <a:srgbClr val="2A2A2A"/>
            </a:solidFill>
          </a:ln>
        </p:spPr>
      </p:pic>
    </p:spTree>
    <p:extLst>
      <p:ext uri="{BB962C8B-B14F-4D97-AF65-F5344CB8AC3E}">
        <p14:creationId xmlns:p14="http://schemas.microsoft.com/office/powerpoint/2010/main" val="4135422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EA1A2-D411-B97E-86A1-CBE2808E7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304661"/>
            <a:ext cx="1083626" cy="1033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AF08D6-B128-13DF-20BA-4159EBC5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304661"/>
            <a:ext cx="1083626" cy="1033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BB1D3-A733-0C74-B6B8-06B6EE9D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304661"/>
            <a:ext cx="1083626" cy="1033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3700C7-0DF5-D087-4AB3-BF6C97EF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304661"/>
            <a:ext cx="1083626" cy="1033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38B51-979C-C5BE-EC0F-4B333817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304661"/>
            <a:ext cx="1083626" cy="1033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945903-69B7-2E72-FE1A-22A69E38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304661"/>
            <a:ext cx="1083626" cy="1033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1C29AE-ADD2-E544-9C54-190259B69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1338580"/>
            <a:ext cx="1083626" cy="1033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695C36-305A-0FAF-9532-5513C9CCF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1338580"/>
            <a:ext cx="1083626" cy="1033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D8ED53-1E53-F15A-3A4C-6193A386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1338580"/>
            <a:ext cx="1083626" cy="1033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4BD54E-E477-5FD3-E7C6-77D48B46A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1338580"/>
            <a:ext cx="1083626" cy="1033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1E4FAE-E667-55DA-1FBD-6EF7C0F1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1338580"/>
            <a:ext cx="1083626" cy="10339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370FCF-CD98-B9C2-C4E3-BD288006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1338580"/>
            <a:ext cx="1083626" cy="1033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6F9CD8-26B1-4C1F-B0F7-3FDE59A2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2371160"/>
            <a:ext cx="1083626" cy="10339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3747B2-8892-755F-891A-A12DB0DF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2371160"/>
            <a:ext cx="1083626" cy="10339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32C6D9-C8AD-9C37-A0EF-263950AF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2371160"/>
            <a:ext cx="1083626" cy="10339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9EAE0D-25AE-925F-2681-A15B110F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2371160"/>
            <a:ext cx="1083626" cy="10339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94E102-BE7F-4289-6119-0E28CF9AF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2371160"/>
            <a:ext cx="1083626" cy="10339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5B06FA-6FF0-2E98-5593-23064ADFC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2371160"/>
            <a:ext cx="1083626" cy="10339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696155-20EB-3DF1-8929-BDDAAC33D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3405079"/>
            <a:ext cx="1083626" cy="10339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12FD3C-B1AD-A3CD-5731-E403A608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3405079"/>
            <a:ext cx="1083626" cy="10339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D15CA1-F59D-CEC2-6334-CC79E605D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3405079"/>
            <a:ext cx="1083626" cy="1033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4B9A58-9EA4-80F6-D1A6-728DE4FC7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3405079"/>
            <a:ext cx="1083626" cy="10339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DE3276-294F-9084-C8FF-1623906E0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3405079"/>
            <a:ext cx="1083626" cy="10339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A31469-050C-434F-300C-37EA767C0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3405079"/>
            <a:ext cx="1083626" cy="10339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42EF9E-AEE4-C9B3-3C63-622CF8331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303322"/>
            <a:ext cx="1083626" cy="10339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656FC9F-D6B6-B82E-BE8C-E50AC54B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303322"/>
            <a:ext cx="1083626" cy="10339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EA1A87-928C-FB70-103D-050C227E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303322"/>
            <a:ext cx="1083626" cy="10339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6CEB306-77E0-EFF7-4BD7-7073A91E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303322"/>
            <a:ext cx="1083626" cy="10339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B89078-235F-8C4F-4307-E738F5F9A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303322"/>
            <a:ext cx="1083626" cy="10339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CC083C9-DC69-2CF3-7C33-5CA4D0B20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303322"/>
            <a:ext cx="1083626" cy="10339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DA19D92-1FF8-98AF-E96B-CE4C523BA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1337241"/>
            <a:ext cx="1083626" cy="10339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336A75F-AA7F-56BD-43E8-644E6EE1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1337241"/>
            <a:ext cx="1083626" cy="10339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9FC72D-52A7-89F2-8ABF-25E1166C9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1337241"/>
            <a:ext cx="1083626" cy="10339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11A371-06FE-57C4-0717-FA603E461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1337241"/>
            <a:ext cx="1083626" cy="10339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D16D15D-0AA3-7819-CF14-47BD2448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1337241"/>
            <a:ext cx="1083626" cy="10339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84F784D-CB91-B365-E660-1805CF7C2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1337241"/>
            <a:ext cx="1083626" cy="103391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30088B6-6192-68CC-2277-DE5973858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2369821"/>
            <a:ext cx="1083626" cy="10339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C9DC6F7-A99C-03CE-9E1C-5A009380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2369821"/>
            <a:ext cx="1083626" cy="10339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6B974D3-2542-7F9C-6DA8-E338919C8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2369821"/>
            <a:ext cx="1083626" cy="103391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4947F3B-7BC6-0D60-F865-82E28A4F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2369821"/>
            <a:ext cx="1083626" cy="10339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3830B2-A8B4-04CA-F7A6-E53B9EE6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2369821"/>
            <a:ext cx="1083626" cy="103391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708B16F-D920-C5C5-3E71-75CBA664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2369821"/>
            <a:ext cx="1083626" cy="10339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BF070CF-00D9-250A-70EA-3FAD8FB4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3403740"/>
            <a:ext cx="1083626" cy="10339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08EFF5F-8C0E-CC46-9C61-3D3870DF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3403740"/>
            <a:ext cx="1083626" cy="103391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8AA4CE9-E7DB-DE17-32C2-82C04E348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3403740"/>
            <a:ext cx="1083626" cy="103391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C72D6DE-9DF0-8909-7B34-8A0BC019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3403740"/>
            <a:ext cx="1083626" cy="103391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133DE49-6376-E62E-E9A6-8C50CB2E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3403740"/>
            <a:ext cx="1083626" cy="103391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3534336-6711-1AB3-993E-E9239D11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3403740"/>
            <a:ext cx="1083626" cy="103391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05C659E-3381-A91A-8420-6023F328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4436320"/>
            <a:ext cx="1083626" cy="103391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9EF13C0-5DB7-8CC2-9B8F-93E7DF6A5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4436320"/>
            <a:ext cx="1083626" cy="103391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EC7119C-9697-3E13-FC0B-9E613231F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4436320"/>
            <a:ext cx="1083626" cy="10339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38F158B-4D0B-A9FF-F423-ECB96E2C0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4436320"/>
            <a:ext cx="1083626" cy="103391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7EC022B-72E5-6DC0-9206-CBAC2A82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4436320"/>
            <a:ext cx="1083626" cy="103391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DFF751-86FF-D6AF-EACB-6674B9532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4436320"/>
            <a:ext cx="1083626" cy="103391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1EF4BD7-C32F-5EED-0526-FD7392327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5470239"/>
            <a:ext cx="1083626" cy="103391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89399A6-D640-2793-7586-0567235E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5470239"/>
            <a:ext cx="1083626" cy="103391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DD9698F-DC34-B6DE-6EAB-6A8FAF95D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5470239"/>
            <a:ext cx="1083626" cy="103391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93F61AF-EF3E-A990-C273-050BC553E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5470239"/>
            <a:ext cx="1083626" cy="103391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38A38E4-9675-3506-E83D-7A9AF59BA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5470239"/>
            <a:ext cx="1083626" cy="103391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C802C01-4C1E-F373-25FC-DFCBA5675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5470239"/>
            <a:ext cx="1083626" cy="103391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5FF2A85-97B3-811D-46EC-70CC48C8C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6502819"/>
            <a:ext cx="1083626" cy="103391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92C28D0-4062-18D8-6C4E-A377DC85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6502819"/>
            <a:ext cx="1083626" cy="103391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E27C32A8-1719-3512-D2A4-894B9141F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6502819"/>
            <a:ext cx="1083626" cy="103391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7F60957-80D3-C5C3-6468-6521C49F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6502819"/>
            <a:ext cx="1083626" cy="1033919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450DAAC-F750-D9BE-EBD6-44A66326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6502819"/>
            <a:ext cx="1083626" cy="103391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F417A5D-903B-1D95-96DB-3FBB891A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6502819"/>
            <a:ext cx="1083626" cy="103391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064B43F-6AC3-B3A3-7E9A-31498B375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0" y="7536738"/>
            <a:ext cx="1083626" cy="103391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DE34FBE-37BF-B459-CA2A-022423687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6" y="7536738"/>
            <a:ext cx="1083626" cy="103391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341F0BE-0275-373C-FB10-66E1067D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22" y="7536738"/>
            <a:ext cx="1083626" cy="103391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1DE783-7A32-1C71-94FA-29724C08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48" y="7536738"/>
            <a:ext cx="1083626" cy="103391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F79607E-442B-646C-3E9A-9C8C662C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14" y="7536738"/>
            <a:ext cx="1083626" cy="103391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2D61999D-DF01-198C-F265-537F2ED3F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040" y="7536738"/>
            <a:ext cx="1083626" cy="103391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D183CA22-2E91-B816-B797-649D1BF54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4434981"/>
            <a:ext cx="1083626" cy="103391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860865C-D000-2E2C-1E9D-76D3E76CA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4434981"/>
            <a:ext cx="1083626" cy="10339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CFC4FC5-F362-D865-E829-4DD3AEBD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4434981"/>
            <a:ext cx="1083626" cy="103391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110F2FDC-A7C1-6C64-F779-32D5A1BD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4434981"/>
            <a:ext cx="1083626" cy="103391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EA89FD5F-8CF3-3D17-66D4-83876FEE6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4434981"/>
            <a:ext cx="1083626" cy="103391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2CF963E0-51D9-EB4F-B45C-5880A22A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4434981"/>
            <a:ext cx="1083626" cy="1033919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073C8E0-BFD0-0E26-04BD-99FEF28B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5468900"/>
            <a:ext cx="1083626" cy="103391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D425A1E3-9FFD-B573-C831-5DA0EBE9E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5468900"/>
            <a:ext cx="1083626" cy="103391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739B276B-1389-C40A-9D90-23F11C74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5468900"/>
            <a:ext cx="1083626" cy="103391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157A168C-3665-F421-37C4-466CD979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5468900"/>
            <a:ext cx="1083626" cy="103391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20F86F4-E31A-0168-79D9-5E8AB9F7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5468900"/>
            <a:ext cx="1083626" cy="103391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124BA4E-D303-E6A4-CC73-0998E9CA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5468900"/>
            <a:ext cx="1083626" cy="1033919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7DE1EF6-AF4F-7723-EC91-F114514B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6501480"/>
            <a:ext cx="1083626" cy="103391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9CBE081-B576-A91F-7492-8ACF7F1D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6501480"/>
            <a:ext cx="1083626" cy="1033919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E44CBE6-9760-9105-E6EE-C074B0BF8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6501480"/>
            <a:ext cx="1083626" cy="103391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DD98DC76-8CEA-A222-6EAB-CEC91D0A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6501480"/>
            <a:ext cx="1083626" cy="1033919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2589EB12-1C2B-978C-74D0-D7E760C8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6501480"/>
            <a:ext cx="1083626" cy="1033919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0368C62-BC84-9D7E-AE16-418D171CD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6501480"/>
            <a:ext cx="1083626" cy="103391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C5DD5D59-22EB-2731-1A29-374ABCFFF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66" y="7535399"/>
            <a:ext cx="1083626" cy="103391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2F6AD6C-EEA7-3D34-1F9E-7F58A3DCD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292" y="7535399"/>
            <a:ext cx="1083626" cy="103391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9DE2F736-F596-C52B-0654-D82DF979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18" y="7535399"/>
            <a:ext cx="1083626" cy="1033919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E0CC2AF9-7210-8EC9-A9F2-8197B5AE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544" y="7535399"/>
            <a:ext cx="1083626" cy="103391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1D1294F9-E389-2652-89A5-8E7332F2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010" y="7535399"/>
            <a:ext cx="1083626" cy="103391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24FF2F3-D259-7B29-E353-81674BA07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636" y="7535399"/>
            <a:ext cx="1083626" cy="103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96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01B9CC-E5F3-55B3-6C1C-8A9489E6C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-1144206"/>
            <a:ext cx="1157248" cy="2178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AAF9FD-984E-733E-7C25-CF693751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-1144207"/>
            <a:ext cx="1157248" cy="2178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01E32-7BA1-1900-DBD0-24F013FCB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-1144208"/>
            <a:ext cx="1157248" cy="2178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4770FD-33D2-7EF2-F87E-A3E5FC39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-1144207"/>
            <a:ext cx="1157248" cy="2178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D8BE47-A09C-7B04-94EB-DF16C9AB7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-1144208"/>
            <a:ext cx="1157248" cy="2178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386BD-E000-60AB-307C-FD52AD31C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-1144209"/>
            <a:ext cx="1157248" cy="2178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615B1-8149-D3A7-AE09-7D30C2DCE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-1144210"/>
            <a:ext cx="1157248" cy="21789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793551-76D0-4408-6E77-565A09E3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-1144211"/>
            <a:ext cx="1157248" cy="21789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B140F3-91A2-64B1-E4FD-F7A6EFA6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-1144212"/>
            <a:ext cx="1157248" cy="21789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000C75-13C8-D247-4CCD-C351DE90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1034757"/>
            <a:ext cx="1157248" cy="2178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FA70ED-559D-1E0E-ED3E-3448FB64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1034756"/>
            <a:ext cx="1157248" cy="2178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46DA62-E11C-A18A-8502-C59B872B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1034755"/>
            <a:ext cx="1157248" cy="21789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498763-C693-BFB7-2F59-BC04DFBE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1034756"/>
            <a:ext cx="1157248" cy="21789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17BBA1-8A21-22D9-C9FE-B456BAEE7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1034755"/>
            <a:ext cx="1157248" cy="21789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BF7BB2A-C921-8D2F-E9DF-AA2A75FD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1034754"/>
            <a:ext cx="1157248" cy="21789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19DACB-FCC0-A300-0EF2-A0F43D262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1034753"/>
            <a:ext cx="1157248" cy="2178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504C52-75EE-D566-BAF8-C456B7D2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1034752"/>
            <a:ext cx="1157248" cy="21789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CF018F-695D-7E5B-9811-87136E77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1034751"/>
            <a:ext cx="1157248" cy="21789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3D83105-1779-EE05-3FE8-BB8014B8A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3213714"/>
            <a:ext cx="1157248" cy="21789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D76D717-179B-2797-6190-7DCDAEAF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3213713"/>
            <a:ext cx="1157248" cy="21789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2A3ECE-7B21-FF5F-639B-AFB7CCE20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3213712"/>
            <a:ext cx="1157248" cy="21789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B050143-E247-A21C-0E49-F55E18FD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3213713"/>
            <a:ext cx="1157248" cy="21789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CA4DB8D-A9D2-9989-A1B2-FCEC7F9C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3213712"/>
            <a:ext cx="1157248" cy="217896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F35F84-AC3D-A0EA-2410-92D5B564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3213711"/>
            <a:ext cx="1157248" cy="217896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01DD63-33A6-6323-4BA1-FB9AB740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3213710"/>
            <a:ext cx="1157248" cy="21789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649BD6-BB29-DF6D-3F43-F210D740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3213709"/>
            <a:ext cx="1157248" cy="217896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4C52141-6768-4FCA-0F6D-412DBA317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3213708"/>
            <a:ext cx="1157248" cy="217896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230D0A-B12D-D243-9F49-C186DD40B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5392670"/>
            <a:ext cx="1157248" cy="217896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6938C53-407A-6093-E9A6-9C5746D0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5392669"/>
            <a:ext cx="1157248" cy="217896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B65731F-0AFD-CFC7-FBD8-036C3384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5392668"/>
            <a:ext cx="1157248" cy="217896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7EE1C8-A045-D9CC-937C-D2C53C09B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5392669"/>
            <a:ext cx="1157248" cy="217896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EA2DF07-70DD-E4CE-10F9-E962090A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5392668"/>
            <a:ext cx="1157248" cy="21789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A37C5C4-22EB-D7D3-6AF1-44B824AC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5392667"/>
            <a:ext cx="1157248" cy="21789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6309227-341A-BA95-9BB4-9780B6B5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5392666"/>
            <a:ext cx="1157248" cy="21789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C76AC9D-517F-62E8-01A7-836E807E4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5392665"/>
            <a:ext cx="1157248" cy="21789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48304E5-BD5C-5BB8-C9BA-CE117542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5392664"/>
            <a:ext cx="1157248" cy="217896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B608E8F-C2E4-C5BE-A870-80B695D1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-1144207"/>
            <a:ext cx="1157248" cy="217896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42E57F5-E4A8-B6AE-A711-6BB5BFF5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-1144208"/>
            <a:ext cx="1157248" cy="217896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D794CA0-3D60-084D-7437-1E12E73C3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-1144209"/>
            <a:ext cx="1157248" cy="217896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B56A7A-8338-C71C-BB43-D4B05C97F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-1144208"/>
            <a:ext cx="1157248" cy="217896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1A3760C-6823-CF41-75BA-F5D34CF66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-1144209"/>
            <a:ext cx="1157248" cy="217896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4180D26-CFE4-3D18-6C54-D75A18257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-1144210"/>
            <a:ext cx="1157248" cy="217896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C8667F2-CEAE-BA82-E71C-E8699A98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-1144211"/>
            <a:ext cx="1157248" cy="217896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97B5C3F-E46E-AB29-BD1B-2C065948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-1144212"/>
            <a:ext cx="1157248" cy="217896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99E4C4A-D160-4390-B2E0-D379533F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-1144213"/>
            <a:ext cx="1157248" cy="217896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2CBCFA7-4734-2E90-4AA4-1D7E33D3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1034756"/>
            <a:ext cx="1157248" cy="217896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2323618-78A5-E9E6-09B9-589885091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1034755"/>
            <a:ext cx="1157248" cy="217896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79F333A-DDB6-9324-35A3-6859CF2A1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1034754"/>
            <a:ext cx="1157248" cy="217896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7F07B14-EE93-2935-BE7C-0C25DA64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1034755"/>
            <a:ext cx="1157248" cy="217896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9C36B23-B8FE-E611-DED9-975B44D9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1034754"/>
            <a:ext cx="1157248" cy="217896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6338D44-37E3-FAE9-7E45-81018A971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1034753"/>
            <a:ext cx="1157248" cy="217896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56AAAAE-7C6B-F9B8-2D75-554C941A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1034752"/>
            <a:ext cx="1157248" cy="21789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9423E1C-1B70-F699-91E1-024E35D0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1034751"/>
            <a:ext cx="1157248" cy="217896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B35D5B7-99D9-5081-01B1-CB10B769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1034750"/>
            <a:ext cx="1157248" cy="217896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38C4AFD-0BED-E1E3-B404-7D11C526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3213713"/>
            <a:ext cx="1157248" cy="217896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FA29CD9-C642-A535-3FE1-FF1EA164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3213712"/>
            <a:ext cx="1157248" cy="217896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F71FE3B-9271-EE9B-C3FF-0020319E7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3213711"/>
            <a:ext cx="1157248" cy="217896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0012C7B-EF57-D2A9-B662-8908EBE8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3213712"/>
            <a:ext cx="1157248" cy="217896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58A8CEC-9D6A-C772-09AB-F8BDF4B9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3213711"/>
            <a:ext cx="1157248" cy="217896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9B80041-1B7A-8964-BBB0-32259FA32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3213710"/>
            <a:ext cx="1157248" cy="217896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3EB9B5A-D832-82D1-B137-F9588A08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3213709"/>
            <a:ext cx="1157248" cy="217896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D77ABE6-8416-26F7-3F5A-F8CAE035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3213708"/>
            <a:ext cx="1157248" cy="217896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6E10B82-B7D8-740A-F389-364B3C58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3213707"/>
            <a:ext cx="1157248" cy="217896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DF46017-DECD-14FB-CF9D-90A0EB6F4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5392669"/>
            <a:ext cx="1157248" cy="217896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F80FDBC-3241-636D-E6BE-70394BD5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5392668"/>
            <a:ext cx="1157248" cy="217896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CF2C297-2FFA-0BDF-C746-FBF2CA48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5392667"/>
            <a:ext cx="1157248" cy="217896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61BC19C-2473-24D6-C68F-F9E1A024A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5392668"/>
            <a:ext cx="1157248" cy="217896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AD98B39-BE88-2689-5CBC-E447CBC0B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5392667"/>
            <a:ext cx="1157248" cy="217896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EAFAF31-1D00-8DC0-1CC6-80A2C796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5392666"/>
            <a:ext cx="1157248" cy="217896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890F620-6188-AC0E-1C6F-C29E9AC7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5392665"/>
            <a:ext cx="1157248" cy="217896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1629874-280B-8D82-709A-25AFCE56C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5392664"/>
            <a:ext cx="1157248" cy="217896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3A74605-D3F7-8F11-140E-0F98A524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5392663"/>
            <a:ext cx="1157248" cy="217896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139DC31-F224-7534-B081-20C01663B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-9860056"/>
            <a:ext cx="1157248" cy="217896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D8D90540-FDA3-FB53-FA4B-6A35716E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-9860057"/>
            <a:ext cx="1157248" cy="217896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82BAB7A-6CB7-AAEB-27F1-FDEFDADE8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-9860058"/>
            <a:ext cx="1157248" cy="217896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15E2E16-EE67-752B-17A6-3B12F274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-9860057"/>
            <a:ext cx="1157248" cy="217896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5D637D0-0A04-1578-01FD-8EB28F559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-9860058"/>
            <a:ext cx="1157248" cy="2178963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CC12E7C-6619-17E7-6313-5A62BBF03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-9860059"/>
            <a:ext cx="1157248" cy="217896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8645042-8B92-37C1-2A3C-463523817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-9860060"/>
            <a:ext cx="1157248" cy="217896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8E9CA9E-A5EA-7275-0DFE-8780696BE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-9860061"/>
            <a:ext cx="1157248" cy="217896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6A163ED5-C87D-568A-B58B-B08586CDD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-9860062"/>
            <a:ext cx="1157248" cy="217896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9F1B61CB-9B1A-ECBC-75CF-9952AF84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-7681093"/>
            <a:ext cx="1157248" cy="2178963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42FE9476-4A3C-6DCB-D4B4-0315A536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-7681094"/>
            <a:ext cx="1157248" cy="217896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1A4DCC5E-AA4F-FB0D-680E-C443F96A7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-7681095"/>
            <a:ext cx="1157248" cy="2178963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162115C-F8CC-219E-EC1C-5CCF44E4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-7681094"/>
            <a:ext cx="1157248" cy="217896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AF1DFB60-1AA8-B420-8A1A-95FD2BE4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-7681095"/>
            <a:ext cx="1157248" cy="217896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4344219-2651-4E2D-073B-18BC7F8D5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-7681096"/>
            <a:ext cx="1157248" cy="217896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878A19DE-F14D-3516-B5C1-A0C0F9C5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-7681097"/>
            <a:ext cx="1157248" cy="217896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E102A29-1D86-26AA-415B-FED6D8FD6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-7681098"/>
            <a:ext cx="1157248" cy="217896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2A5F3480-F3DB-322D-FD0A-0EAFAC65C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-7681099"/>
            <a:ext cx="1157248" cy="2178963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D935BDB-F619-88E0-E673-D7F0AEF01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-5502136"/>
            <a:ext cx="1157248" cy="217896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A7D4B8F-3A79-BEDE-E4B6-50B4566D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-5502137"/>
            <a:ext cx="1157248" cy="2178963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9B3019A3-E7FB-0927-16E2-732A8EA3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-5502138"/>
            <a:ext cx="1157248" cy="217896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C1DC4CED-41A8-2608-3B49-A45E6C4CF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-5502137"/>
            <a:ext cx="1157248" cy="217896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CD41073-54CB-9F89-3D8F-14271C0C4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-5502138"/>
            <a:ext cx="1157248" cy="217896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4D60939-A4C0-27C1-2890-3CAE6DB9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-5502139"/>
            <a:ext cx="1157248" cy="217896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6CD86441-E301-BA15-F229-748E21EC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-5502140"/>
            <a:ext cx="1157248" cy="217896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32F99D4-C361-517C-19EF-7EB377B5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-5502141"/>
            <a:ext cx="1157248" cy="2178963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20F1A71-7556-7501-829D-E250E099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-5502142"/>
            <a:ext cx="1157248" cy="217896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B220962-CBC1-3751-9E0B-36D50153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6500" y="-3323180"/>
            <a:ext cx="1157248" cy="217896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689D2C4-9875-E01B-5EA8-84E2FECD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9252" y="-3323181"/>
            <a:ext cx="1157248" cy="2178963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4B7E726-47FD-523E-D93A-BE6EEDB44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2004" y="-3323182"/>
            <a:ext cx="1157248" cy="2178963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1478B4-8E6F-1310-A185-FFA8D310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756" y="-3323181"/>
            <a:ext cx="1157248" cy="217896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284E053-63F6-A5ED-A802-01DE92FF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92" y="-3323182"/>
            <a:ext cx="1157248" cy="2178963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B2E7501-8533-2E95-5FDF-BC9DFE39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740" y="-3323183"/>
            <a:ext cx="1157248" cy="2178963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C231597-2406-93DA-4172-915AB013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88" y="-3323184"/>
            <a:ext cx="1157248" cy="2178963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1F033669-12B9-ABA0-F8D5-8B68A4988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236" y="-3323185"/>
            <a:ext cx="1157248" cy="2178963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42048ABC-F06F-B6DD-04A8-579C3B28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84" y="-3323186"/>
            <a:ext cx="1157248" cy="2178963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D2650B05-8C32-BF5D-BCAC-D736284E9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-9860057"/>
            <a:ext cx="1157248" cy="2178963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AB042D7-FECA-7776-8508-6C0AC2DBC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-9860058"/>
            <a:ext cx="1157248" cy="217896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5CE60D4D-5FFA-7023-B615-3CA9EAEA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-9860059"/>
            <a:ext cx="1157248" cy="2178963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0B62D14F-6F29-0255-AD83-EB1DF6BF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-9860058"/>
            <a:ext cx="1157248" cy="2178963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FEF5C2E4-8728-8B48-C596-D66C3A6B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-9860059"/>
            <a:ext cx="1157248" cy="217896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D0E76D9C-BFD3-FB8E-A66D-284072D3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-9860060"/>
            <a:ext cx="1157248" cy="2178963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32AAEDA2-53EA-5F6B-1845-5F284A78C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-9860061"/>
            <a:ext cx="1157248" cy="217896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82155C9-D390-401E-6082-70A1954E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-9860062"/>
            <a:ext cx="1157248" cy="2178963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2FE1E5D0-B05F-745F-2511-E06568C3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-9860063"/>
            <a:ext cx="1157248" cy="2178963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4314D674-1C63-78D9-9CC9-40B2DD18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-7681094"/>
            <a:ext cx="1157248" cy="2178963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9A6D4F0F-0A48-7DF5-11F3-E421894E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-7681095"/>
            <a:ext cx="1157248" cy="2178963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6645B57D-C349-9269-2BAD-EABE9C120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-7681096"/>
            <a:ext cx="1157248" cy="217896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561518F9-900E-1BDD-F150-B6A300349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-7681095"/>
            <a:ext cx="1157248" cy="217896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DB0665E-E366-EC6B-B28A-55E343516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-7681096"/>
            <a:ext cx="1157248" cy="2178963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52C011AF-C66D-A5EF-BC0F-52F7A460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-7681097"/>
            <a:ext cx="1157248" cy="2178963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7DB69B3-D641-23AA-F749-45768907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-7681098"/>
            <a:ext cx="1157248" cy="2178963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DF147606-D226-A34F-0A15-34E1CF34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-7681099"/>
            <a:ext cx="1157248" cy="217896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8C8CDB20-BCF4-DC62-3D69-F9F930D8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-7681100"/>
            <a:ext cx="1157248" cy="2178963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F7B46DE4-1B9C-A9CD-A86D-A860D101C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-5502137"/>
            <a:ext cx="1157248" cy="2178963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F279D83C-9203-E024-B3CC-EC4294F39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-5502138"/>
            <a:ext cx="1157248" cy="2178963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AADCE63A-6691-D312-0623-5EA31916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-5502139"/>
            <a:ext cx="1157248" cy="2178963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8B88FFFA-2A32-F844-0EBD-9054B912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-5502138"/>
            <a:ext cx="1157248" cy="2178963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AD6EF84A-01CF-6CAB-4EAB-B86B1CB16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-5502139"/>
            <a:ext cx="1157248" cy="2178963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BF59DAB8-295B-17D8-0666-699956CA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-5502140"/>
            <a:ext cx="1157248" cy="217896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70A14F86-CEEF-D5CA-3E05-BC3EA12F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-5502141"/>
            <a:ext cx="1157248" cy="2178963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E202A47A-C880-D5E9-5ADF-247A5D5CE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-5502142"/>
            <a:ext cx="1157248" cy="217896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72ECC372-C2CD-59A9-55E5-11C26AD7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-5502143"/>
            <a:ext cx="1157248" cy="2178963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34CA1ED6-A3C8-42DE-F52B-A8E911D6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2" y="-3323181"/>
            <a:ext cx="1157248" cy="2178963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AB7B73A6-A3C2-D140-970F-137D428E3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980" y="-3323182"/>
            <a:ext cx="1157248" cy="2178963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4348177A-91F7-F4A2-4352-214EEB3B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28" y="-3323183"/>
            <a:ext cx="1157248" cy="2178963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51FCA7-9562-23A2-76ED-ED0B6D51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76" y="-3323182"/>
            <a:ext cx="1157248" cy="2178963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5E1B7E4B-919D-8132-235A-D20E4A2D7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24" y="-3323183"/>
            <a:ext cx="1157248" cy="2178963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68D1FAB9-4119-9724-A598-99C6CC47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72" y="-3323184"/>
            <a:ext cx="1157248" cy="2178963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027B1E4F-E493-4CBA-4C9F-F385C322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20" y="-3323185"/>
            <a:ext cx="1157248" cy="2178963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1F850275-DE4C-19B1-B140-1BB302506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468" y="-3323186"/>
            <a:ext cx="1157248" cy="2178963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EFEA90E6-2315-EC46-AA70-0CBE9ADE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716" y="-3323187"/>
            <a:ext cx="1157248" cy="217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63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F20187-BCA7-D6E5-D981-9D27692474C4}"/>
              </a:ext>
            </a:extLst>
          </p:cNvPr>
          <p:cNvSpPr txBox="1"/>
          <p:nvPr/>
        </p:nvSpPr>
        <p:spPr>
          <a:xfrm>
            <a:off x="863600" y="1016000"/>
            <a:ext cx="107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>
                <a:solidFill>
                  <a:schemeClr val="bg1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鼓</a:t>
            </a:r>
            <a:endParaRPr kumimoji="1" lang="ja-JP" altLang="en-US" sz="6000" dirty="0">
              <a:solidFill>
                <a:schemeClr val="bg1"/>
              </a:solidFill>
              <a:latin typeface="衡山毛筆フォント１０" panose="02000600000000000000" pitchFamily="2" charset="-128"/>
              <a:ea typeface="衡山毛筆フォント１０" panose="020006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B151E-B5DC-6CD2-E33C-F66CD00AF84B}"/>
              </a:ext>
            </a:extLst>
          </p:cNvPr>
          <p:cNvSpPr txBox="1"/>
          <p:nvPr/>
        </p:nvSpPr>
        <p:spPr>
          <a:xfrm>
            <a:off x="1940560" y="1016000"/>
            <a:ext cx="107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>
                <a:solidFill>
                  <a:schemeClr val="bg1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屋</a:t>
            </a:r>
            <a:endParaRPr kumimoji="1" lang="ja-JP" altLang="en-US" sz="6000" dirty="0">
              <a:solidFill>
                <a:schemeClr val="bg1"/>
              </a:solidFill>
              <a:latin typeface="衡山毛筆フォント１０" panose="02000600000000000000" pitchFamily="2" charset="-128"/>
              <a:ea typeface="衡山毛筆フォント１０" panose="02000600000000000000" pitchFamily="2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39F13-B73B-F1C8-A245-0584A5DD8335}"/>
              </a:ext>
            </a:extLst>
          </p:cNvPr>
          <p:cNvSpPr txBox="1"/>
          <p:nvPr/>
        </p:nvSpPr>
        <p:spPr>
          <a:xfrm>
            <a:off x="3017520" y="1016000"/>
            <a:ext cx="107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>
                <a:solidFill>
                  <a:schemeClr val="bg1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奪</a:t>
            </a:r>
            <a:endParaRPr kumimoji="1" lang="ja-JP" altLang="en-US" sz="6000" dirty="0">
              <a:solidFill>
                <a:schemeClr val="bg1"/>
              </a:solidFill>
              <a:latin typeface="衡山毛筆フォント１０" panose="02000600000000000000" pitchFamily="2" charset="-128"/>
              <a:ea typeface="衡山毛筆フォント１０" panose="02000600000000000000" pitchFamily="2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35E70-3644-13AF-BF52-60E3A4857F85}"/>
              </a:ext>
            </a:extLst>
          </p:cNvPr>
          <p:cNvSpPr txBox="1"/>
          <p:nvPr/>
        </p:nvSpPr>
        <p:spPr>
          <a:xfrm>
            <a:off x="4023360" y="1016000"/>
            <a:ext cx="107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>
                <a:solidFill>
                  <a:schemeClr val="bg1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勾</a:t>
            </a:r>
            <a:endParaRPr kumimoji="1" lang="ja-JP" altLang="en-US" sz="6000" dirty="0">
              <a:solidFill>
                <a:schemeClr val="bg1"/>
              </a:solidFill>
              <a:latin typeface="衡山毛筆フォント１０" panose="02000600000000000000" pitchFamily="2" charset="-128"/>
              <a:ea typeface="衡山毛筆フォント１０" panose="020006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BDE7D-7571-6EA1-39E1-235E830E6095}"/>
              </a:ext>
            </a:extLst>
          </p:cNvPr>
          <p:cNvSpPr txBox="1"/>
          <p:nvPr/>
        </p:nvSpPr>
        <p:spPr>
          <a:xfrm>
            <a:off x="5019040" y="1016000"/>
            <a:ext cx="107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>
                <a:solidFill>
                  <a:schemeClr val="bg1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伝</a:t>
            </a:r>
          </a:p>
        </p:txBody>
      </p:sp>
    </p:spTree>
    <p:extLst>
      <p:ext uri="{BB962C8B-B14F-4D97-AF65-F5344CB8AC3E}">
        <p14:creationId xmlns:p14="http://schemas.microsoft.com/office/powerpoint/2010/main" val="12669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A4703-0508-7AD2-538C-A4DFD8EF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E19786-D1D0-07D3-F834-162A154383EA}"/>
              </a:ext>
            </a:extLst>
          </p:cNvPr>
          <p:cNvSpPr txBox="1"/>
          <p:nvPr/>
        </p:nvSpPr>
        <p:spPr>
          <a:xfrm>
            <a:off x="1848683" y="779051"/>
            <a:ext cx="8494633" cy="3432731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各部屋に散らばる勾玉を４つ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すべて集めよ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追手に捕まり命がなくなるか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残り時間がなくなると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ゲ｜ムオ｜バ｜となる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・操作方法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af-ZA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Ｗ</a:t>
            </a:r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：前進　Ａ：左に進む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af-ZA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Ｓ</a:t>
            </a:r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：後進　Ｄ：右に進む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・視点はマウスを動かすことで動かせる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・襖は各方向中央の一つしか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開かない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・部屋の移動時に鼓の音とともに部屋が入れ替わる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・ただし廊下では部屋は入れ替わらない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  <a:p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PixelMplus12" panose="020B0509020203020207" pitchFamily="49" charset="-128"/>
                <a:ea typeface="PixelMplus12" panose="020B0509020203020207" pitchFamily="49" charset="-128"/>
                <a:cs typeface="SF Pro Rounded Light" pitchFamily="2" charset="0"/>
              </a:rPr>
              <a:t>諸君の健闘を祈る</a:t>
            </a:r>
            <a:endParaRPr lang="en-US" altLang="ja-JP" sz="2000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PixelMplus12" panose="020B0509020203020207" pitchFamily="49" charset="-128"/>
              <a:ea typeface="PixelMplus12" panose="020B0509020203020207" pitchFamily="49" charset="-128"/>
              <a:cs typeface="SF Pro Rounded Ligh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A07F7-4B41-597E-20C0-C29F3DAE7AC9}"/>
              </a:ext>
            </a:extLst>
          </p:cNvPr>
          <p:cNvSpPr txBox="1"/>
          <p:nvPr/>
        </p:nvSpPr>
        <p:spPr>
          <a:xfrm>
            <a:off x="1848683" y="4812145"/>
            <a:ext cx="290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DDD9AB"/>
                </a:solidFill>
                <a:latin typeface="衡山毛筆フォント１０" panose="02000600000000000000" pitchFamily="2" charset="-128"/>
                <a:ea typeface="衡山毛筆フォント１０" panose="02000600000000000000" pitchFamily="2" charset="-128"/>
              </a:rPr>
              <a:t>何かキーを押して下さい</a:t>
            </a:r>
          </a:p>
        </p:txBody>
      </p:sp>
    </p:spTree>
    <p:extLst>
      <p:ext uri="{BB962C8B-B14F-4D97-AF65-F5344CB8AC3E}">
        <p14:creationId xmlns:p14="http://schemas.microsoft.com/office/powerpoint/2010/main" val="2769480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9051</TotalTime>
  <Words>303</Words>
  <Application>Microsoft Office PowerPoint</Application>
  <PresentationFormat>Widescreen</PresentationFormat>
  <Paragraphs>93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HOT-Gyoshokk R</vt:lpstr>
      <vt:lpstr>JF Dot Kappa 20 0213</vt:lpstr>
      <vt:lpstr>KouzanBrushFontOTF</vt:lpstr>
      <vt:lpstr>PixelMplus12</vt:lpstr>
      <vt:lpstr>玉ねぎ楷書無料版v1.06</vt:lpstr>
      <vt:lpstr>衡山毛筆フォント１０</vt:lpstr>
      <vt:lpstr>游ゴシック</vt:lpstr>
      <vt:lpstr>游ゴシック Light</vt:lpstr>
      <vt:lpstr>Arial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麻呂 wattz</cp:lastModifiedBy>
  <cp:revision>98</cp:revision>
  <dcterms:created xsi:type="dcterms:W3CDTF">2024-10-13T06:29:18Z</dcterms:created>
  <dcterms:modified xsi:type="dcterms:W3CDTF">2025-09-02T03:59:15Z</dcterms:modified>
</cp:coreProperties>
</file>